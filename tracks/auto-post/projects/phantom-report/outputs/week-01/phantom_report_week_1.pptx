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5" r:id="rId3"/>
    <p:sldId id="290" r:id="rId4"/>
    <p:sldId id="287" r:id="rId5"/>
    <p:sldId id="259" r:id="rId6"/>
    <p:sldId id="286" r:id="rId7"/>
    <p:sldId id="288" r:id="rId8"/>
    <p:sldId id="289" r:id="rId9"/>
    <p:sldId id="291" r:id="rId10"/>
    <p:sldId id="292" r:id="rId11"/>
    <p:sldId id="293" r:id="rId12"/>
    <p:sldId id="294" r:id="rId13"/>
    <p:sldId id="28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0"/>
    <p:restoredTop sz="94610"/>
  </p:normalViewPr>
  <p:slideViewPr>
    <p:cSldViewPr snapToGrid="0" snapToObjects="1">
      <p:cViewPr>
        <p:scale>
          <a:sx n="157" d="100"/>
          <a:sy n="157" d="100"/>
        </p:scale>
        <p:origin x="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99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Phantom Report는 AI 사건사고를 매주 모아 일반인에게 보고하는 인스타 캐러셀 채널입니다. 이번 주에는 첫 호를 손으로 만들고, 그 과정에서 생긴 문제를 주간 제작 하네스에 반영했습니다.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주는 전체 파이프라인을 구성한 주입니다. 채널 소개와 첫 포스트, 사실 확인 분리, 이미지 위주 레이아웃과 글자 양, 도구와 전체 파이프라인 순서로 보고, 마지막에 다음 주 디자인 계획을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타깃은 일반인이라 쉽게 풀어 씁니다. 사실은 1차 출처로 확인된 것만 싣는다는 게 운영 원칙이고, 이 원칙이 이번 주 하네스 설계의 중심이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타깃은 일반인이라 쉽게 풀어 씁니다. 사실은 1차 출처로 확인된 것만 싣는다는 게 운영 원칙이고, 이 원칙이 이번 주 하네스 설계의 중심이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호는 손으로 만들었습니다. 표지 → 사건 목록 → 사건당 1장 → 마무리 구성입니다. 이걸 만들면서 나온 문제들이 오늘 이야기의 재료입니다.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4132-9E1E-DC07-B9F7-831F19B0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8E92A-2A55-FCAD-22D3-2D4DA3A65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F5443-C5E2-CB48-02E0-946C935C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호는 손으로 만들었습니다. 표지 → 사건 목록 → 사건당 1장 → 마무리 구성입니다. 이걸 만들면서 나온 문제들이 오늘 이야기의 재료입니다.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408BF-8834-404D-E2E5-693A7CB28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02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가장 큰 배움입니다. 기사만 보고 원고를 썼다면 사실 4건이 틀렸을 겁니다. 그래서 찾는 에이전트와 확인하는 에이전트를 분리했고, 1차 출처 확인을 건너뛸 수 없는 단계로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fact-checker는 1차 출처까지 추적하고, 틀린 내용은 '주의:' 줄로 원고에 쓸 표현까지 정해 줍니다. 예를 들어 #005는 Claude라고 보도됐지만 진술서에는 Perplexity로 나와서 "AI 챗봇"으로만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톤도 시안 세 개(기밀 문서, 글리치, 뉴스 카드)를 띄워 놓고 보고 정했습니다. 기획 결정은 말보다 보고 정하는 게 빨랐습니다. 문제는 템플릿만 바꾸고 원고 규칙은 안 바꾼 것이었고, 그래서 규칙을 템플릿 기준으로 맞췄습니다.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이미지는 GPT Image로 만듭니다. API 키 관리가 번거로워서 Codex CLI의 ChatGPT 로그인을 그대로 씁니다. 처음엔 분위기 이미지를 썼는데 배경 역할만 해서, 그림만 봐도 사건을 알 수 있는 설명형 장면으로 바꿨습니다. 나머지 전체 하네스는 Claude Code의 에이전트와 스킬로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"다음 호 만들자" 한마디로 돌아가는 서브에이전트 파이프라인입니다. 점선 두 칸이 사람이 확인하는 지점입니다. 이미지 생성은 사용량이 드니 원고 승인 전엔 돌리지 않습니다. 변경 이력은 CLAUDE.md가 아니라 devlog로 옮겨서 매 세션 컨텍스트를 아꼈습니다.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주는 수집부터 PNG까지 전체 파이프라인을 세우는 데 집중했습니다. 다음 주에는 FILE 02를 만들면서 글자 배치, 글자체 같은 전체적인 디자인에 힘을 주려고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3567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07791"/>
            <a:ext cx="10566400" cy="403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3567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07791"/>
            <a:ext cx="10566400" cy="403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3567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9E1C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07791"/>
            <a:ext cx="10566400" cy="403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9E1CF"/>
                </a:solidFill>
                <a:latin typeface="Special Elite" pitchFamily="34" charset="0"/>
                <a:ea typeface="Special Elite" pitchFamily="34" charset="-122"/>
                <a:cs typeface="Special Elit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365125"/>
            <a:ext cx="457200" cy="0"/>
          </a:xfrm>
          <a:prstGeom prst="line">
            <a:avLst/>
          </a:prstGeom>
          <a:noFill/>
          <a:ln w="19050">
            <a:solidFill>
              <a:srgbClr val="A99F8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365125" y="355600"/>
            <a:ext cx="0" cy="457200"/>
          </a:xfrm>
          <a:prstGeom prst="line">
            <a:avLst/>
          </a:prstGeom>
          <a:noFill/>
          <a:ln w="19050">
            <a:solidFill>
              <a:srgbClr val="A99F8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11826875" y="6045200"/>
            <a:ext cx="0" cy="457200"/>
          </a:xfrm>
          <a:prstGeom prst="line">
            <a:avLst/>
          </a:prstGeom>
          <a:noFill/>
          <a:ln w="19050">
            <a:solidFill>
              <a:srgbClr val="A99F8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1379200" y="6492875"/>
            <a:ext cx="457200" cy="0"/>
          </a:xfrm>
          <a:prstGeom prst="line">
            <a:avLst/>
          </a:prstGeom>
          <a:noFill/>
          <a:ln w="19050">
            <a:solidFill>
              <a:srgbClr val="A99F8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12800" y="609600"/>
            <a:ext cx="30396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PHANTOM REPORT · DEVLOG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194121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kern="0" spc="3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#W01 · AUTO-POST</a:t>
            </a:r>
            <a:endParaRPr lang="en-US" sz="1600" dirty="0"/>
          </a:p>
        </p:txBody>
      </p:sp>
      <p:sp>
        <p:nvSpPr>
          <p:cNvPr id="10" name="Text 8"/>
          <p:cNvSpPr>
            <a:spLocks noGrp="1"/>
          </p:cNvSpPr>
          <p:nvPr>
            <p:ph type="title"/>
          </p:nvPr>
        </p:nvSpPr>
        <p:spPr>
          <a:xfrm>
            <a:off x="812800" y="2479675"/>
            <a:ext cx="10883392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AI </a:t>
            </a:r>
            <a:r>
              <a:rPr lang="en-US" sz="5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사건사고</a:t>
            </a:r>
            <a:r>
              <a:rPr lang="en-US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5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뉴스</a:t>
            </a:r>
            <a:r>
              <a:rPr lang="en-US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5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채널</a:t>
            </a:r>
            <a:br>
              <a:rPr lang="en-US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</a:br>
            <a:r>
              <a:rPr lang="en-US" altLang="ko-KR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</a:t>
            </a:r>
            <a:r>
              <a:rPr lang="en-US" altLang="ko-KR" sz="5200" b="1" dirty="0"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Phantom Report</a:t>
            </a:r>
            <a:r>
              <a:rPr lang="en-US" altLang="ko-KR" sz="5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)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12800" y="4252516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이번 주: 채널 첫 포스트 발행과 전체 파이프라인 구성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557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박용욱</a:t>
            </a:r>
            <a:r>
              <a:rPr lang="en-US" sz="16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· Pseudo-Lab No-More-Slops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2026.10.11 · PR #3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 rot="21060000">
            <a:off x="7889875" y="1284585"/>
            <a:ext cx="3270250" cy="1466850"/>
          </a:xfrm>
          <a:prstGeom prst="rect">
            <a:avLst/>
          </a:prstGeom>
          <a:noFill/>
          <a:ln w="31750">
            <a:solidFill>
              <a:srgbClr val="C8352B"/>
            </a:solidFill>
            <a:prstDash val="solid"/>
          </a:ln>
        </p:spPr>
        <p:txBody>
          <a:bodyPr wrap="square" lIns="124270" tIns="92075" rIns="124270" bIns="66675" rtlCol="0" anchor="t">
            <a:normAutofit/>
          </a:bodyPr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kern="0" spc="3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CLASSIFIED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F02345-8400-0F6F-EFD7-9D0658390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895" y="3226796"/>
            <a:ext cx="2858649" cy="2858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13318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INDEX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196016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12800" y="1405830"/>
            <a:ext cx="81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9600" y="1459161"/>
            <a:ext cx="2354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CHANNEL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70400" y="1388070"/>
            <a:ext cx="3185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내 채널과 첫 포스트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2800" y="271323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12800" y="2158901"/>
            <a:ext cx="81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9600" y="2212231"/>
            <a:ext cx="2354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FACT-CHECK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70400" y="2141141"/>
            <a:ext cx="4191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Agent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역할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분리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" y="3466306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12800" y="2911971"/>
            <a:ext cx="81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9600" y="2965301"/>
            <a:ext cx="2354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LAYOUT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70400" y="2894211"/>
            <a:ext cx="4191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디자인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보완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2800" y="4219377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12800" y="3665041"/>
            <a:ext cx="81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79600" y="3718371"/>
            <a:ext cx="2354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70400" y="3647281"/>
            <a:ext cx="6908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전체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파이프라인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2800" y="4972447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12800" y="4418112"/>
            <a:ext cx="81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#05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79600" y="4471442"/>
            <a:ext cx="2354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NEXT WEEK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70399" y="4400352"/>
            <a:ext cx="43777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디자인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개선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및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가독성</a:t>
            </a: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 </a:t>
            </a:r>
            <a:r>
              <a:rPr lang="en-US" sz="2200" b="1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개선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2800" y="6248400"/>
            <a:ext cx="1711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5 CASES · 박용욱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34035" y="6248400"/>
            <a:ext cx="8451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02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32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282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#01 · CHANNEL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610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왜 Phantom Report를 시작했나</a:t>
            </a:r>
          </a:p>
        </p:txBody>
      </p:sp>
      <p:sp>
        <p:nvSpPr>
          <p:cNvPr id="6" name="Text 4"/>
          <p:cNvSpPr/>
          <p:nvPr/>
        </p:nvSpPr>
        <p:spPr>
          <a:xfrm>
            <a:off x="812800" y="2033191"/>
            <a:ext cx="4964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WHO I AM</a:t>
            </a:r>
          </a:p>
        </p:txBody>
      </p:sp>
      <p:sp>
        <p:nvSpPr>
          <p:cNvPr id="7" name="Text 5"/>
          <p:cNvSpPr/>
          <p:nvPr/>
        </p:nvSpPr>
        <p:spPr>
          <a:xfrm>
            <a:off x="812800" y="2398911"/>
            <a:ext cx="4964240" cy="69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ko-KR" altLang="en-US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그동안 </a:t>
            </a:r>
            <a:r>
              <a:rPr lang="ko-KR" altLang="en-US" sz="1700" b="1" dirty="0">
                <a:solidFill>
                  <a:srgbClr val="E5503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AI Safety</a:t>
            </a:r>
            <a:r>
              <a:rPr lang="ko-KR" altLang="en-US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를 연구해 왔다.</a:t>
            </a:r>
          </a:p>
        </p:txBody>
      </p:sp>
      <p:sp>
        <p:nvSpPr>
          <p:cNvPr id="8" name="Text 6"/>
          <p:cNvSpPr/>
          <p:nvPr/>
        </p:nvSpPr>
        <p:spPr>
          <a:xfrm>
            <a:off x="812800" y="2895600"/>
            <a:ext cx="4964240" cy="69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ko-KR" alt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모델이 왜 그렇게 행동하는지,</a:t>
            </a:r>
            <a:br>
              <a:rPr lang="ko-KR" sz="1700" dirty="0"/>
            </a:br>
            <a:r>
              <a:rPr lang="ko-KR" alt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어떻게 하면 안전하게 만들 수 있는지.</a:t>
            </a:r>
          </a:p>
        </p:txBody>
      </p:sp>
      <p:sp>
        <p:nvSpPr>
          <p:cNvPr id="9" name="Shape 7"/>
          <p:cNvSpPr/>
          <p:nvPr/>
        </p:nvSpPr>
        <p:spPr>
          <a:xfrm>
            <a:off x="6042025" y="2036366"/>
            <a:ext cx="5334000" cy="1553864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299200" y="2293541"/>
            <a:ext cx="4964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RESEARCH</a:t>
            </a:r>
          </a:p>
        </p:txBody>
      </p:sp>
      <p:sp>
        <p:nvSpPr>
          <p:cNvPr id="11" name="Text 9"/>
          <p:cNvSpPr/>
          <p:nvPr/>
        </p:nvSpPr>
        <p:spPr>
          <a:xfrm>
            <a:off x="6299200" y="2659261"/>
            <a:ext cx="49642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17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</a:t>
            </a:r>
            <a:r>
              <a:rPr lang="en-US" altLang="ko-KR" sz="17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Agent Safety</a:t>
            </a:r>
            <a:endParaRPr lang="ko-KR" altLang="en-US" sz="1700" b="1" dirty="0">
              <a:solidFill>
                <a:srgbClr val="E9E1CF"/>
              </a:solidFill>
              <a:latin typeface="Nanum Gothic Coding" pitchFamily="49" charset="0"/>
              <a:ea typeface="Nanum Gothic Coding" pitchFamily="49" charset="-122"/>
              <a:cs typeface="Nanum Gothic Coding" pitchFamily="49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99200" y="3087886"/>
            <a:ext cx="496424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17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Mechanistic Interpretability</a:t>
            </a:r>
          </a:p>
        </p:txBody>
      </p:sp>
      <p:sp>
        <p:nvSpPr>
          <p:cNvPr id="16" name="Text 14"/>
          <p:cNvSpPr/>
          <p:nvPr/>
        </p:nvSpPr>
        <p:spPr>
          <a:xfrm>
            <a:off x="10537071" y="6248400"/>
            <a:ext cx="84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03 / 13</a:t>
            </a:r>
            <a:endParaRPr lang="en-US" sz="1200" dirty="0"/>
          </a:p>
        </p:txBody>
      </p:sp>
      <p:sp>
        <p:nvSpPr>
          <p:cNvPr id="20" name="Why 20"/>
          <p:cNvSpPr/>
          <p:nvPr/>
        </p:nvSpPr>
        <p:spPr>
          <a:xfrm>
            <a:off x="812800" y="4508500"/>
            <a:ext cx="10566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WHY I STARTED</a:t>
            </a:r>
          </a:p>
        </p:txBody>
      </p:sp>
      <p:sp>
        <p:nvSpPr>
          <p:cNvPr id="21" name="Why 21"/>
          <p:cNvSpPr/>
          <p:nvPr/>
        </p:nvSpPr>
        <p:spPr>
          <a:xfrm>
            <a:off x="812800" y="48768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ko-KR" altLang="en-US" sz="1700" b="1" dirty="0">
                <a:solidFill>
                  <a:srgbClr val="E5503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모델 외부에서 실제로 터지는 사고</a:t>
            </a:r>
            <a:r>
              <a:rPr lang="ko-KR" altLang="en-US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에도 관심이 생겼다. 실제로 사람들이 모르는 사건사고도 많이 존재한다</a:t>
            </a:r>
            <a:r>
              <a:rPr lang="en-US" altLang="ko-KR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.</a:t>
            </a:r>
            <a:endParaRPr lang="ko-KR" altLang="en-US" sz="1700" dirty="0">
              <a:solidFill>
                <a:srgbClr val="E9E1CF"/>
              </a:solidFill>
              <a:latin typeface="Nanum Gothic Coding" pitchFamily="49" charset="0"/>
              <a:ea typeface="Nanum Gothic Coding" pitchFamily="49" charset="-122"/>
              <a:cs typeface="Nanum Gothic Coding" pitchFamily="49" charset="-120"/>
            </a:endParaRPr>
          </a:p>
        </p:txBody>
      </p:sp>
      <p:sp>
        <p:nvSpPr>
          <p:cNvPr id="22" name="Why 22"/>
          <p:cNvSpPr/>
          <p:nvPr/>
        </p:nvSpPr>
        <p:spPr>
          <a:xfrm>
            <a:off x="812800" y="52832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ko-KR" alt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그래서 매주 모아 기록하고, 일반인 눈높이로 전하기로 했다.</a:t>
            </a:r>
          </a:p>
        </p:txBody>
      </p:sp>
    </p:spTree>
    <p:extLst>
      <p:ext uri="{BB962C8B-B14F-4D97-AF65-F5344CB8AC3E}">
        <p14:creationId xmlns:p14="http://schemas.microsoft.com/office/powerpoint/2010/main" val="7899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282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#01 · CHANNEL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610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Phantom Report — AI 사건사고 주간 보고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2033191"/>
            <a:ext cx="4964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BACKGROUND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398911"/>
            <a:ext cx="4964240" cy="69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AI 사건사고를 매주 모아 </a:t>
            </a:r>
            <a:r>
              <a:rPr lang="en-US" sz="1700" b="1" dirty="0">
                <a:solidFill>
                  <a:schemeClr val="accent1">
                    <a:lumMod val="75000"/>
                  </a:schemeClr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일반인</a:t>
            </a:r>
            <a:r>
              <a:rPr lang="en-US" sz="17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에게 보고하는 인스타그램 캐러셀 채널.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220541"/>
            <a:ext cx="4964240" cy="69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altLang="ko-KR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</a:t>
            </a:r>
            <a:r>
              <a:rPr lang="ko-KR" alt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소개</a:t>
            </a:r>
            <a:r>
              <a:rPr lang="en-US" altLang="ko-KR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) </a:t>
            </a:r>
            <a:r>
              <a:rPr lang="en-US" sz="1700" dirty="0" err="1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기밀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문서 · 수사 </a:t>
            </a:r>
            <a:r>
              <a:rPr lang="en-US" sz="1700" dirty="0" err="1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보고서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1700" dirty="0" err="1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톤으로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1700" dirty="0" err="1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소개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,</a:t>
            </a:r>
            <a:b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</a:br>
            <a:r>
              <a:rPr lang="en-US" altLang="ko-KR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</a:t>
            </a:r>
            <a:r>
              <a:rPr lang="ko-KR" alt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대책</a:t>
            </a:r>
            <a:r>
              <a:rPr lang="en-US" altLang="ko-KR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) 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"그래서 나는 뭘 해야 하나"를 한 줄로 </a:t>
            </a:r>
            <a:r>
              <a:rPr lang="en-US" sz="1700" dirty="0" err="1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붙인다</a:t>
            </a:r>
            <a:r>
              <a:rPr lang="en-US" sz="17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. 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42025" y="2036366"/>
            <a:ext cx="5334000" cy="2099468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299200" y="2293541"/>
            <a:ext cx="4964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FACTS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9200" y="2659261"/>
            <a:ext cx="49642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매주 토요일 발행, 직전 토~금 수집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9200" y="3087886"/>
            <a:ext cx="496424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범위: AI 오작동 · AI 악용 범죄 · 보안/개인정보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48400"/>
            <a:ext cx="526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auto-post/phantom_report/README.md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37071" y="6248400"/>
            <a:ext cx="84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04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5337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FILE 01 최종 슬라이드 8장을 나란히 놓은 이미지"/>
          <p:cNvPicPr>
            <a:picLocks noChangeAspect="1"/>
          </p:cNvPicPr>
          <p:nvPr/>
        </p:nvPicPr>
        <p:blipFill>
          <a:blip r:embed="rId3"/>
          <a:srcRect l="-242" r="50000"/>
          <a:stretch>
            <a:fillRect/>
          </a:stretch>
        </p:blipFill>
        <p:spPr>
          <a:xfrm>
            <a:off x="846213" y="118665"/>
            <a:ext cx="10499574" cy="3310335"/>
          </a:xfrm>
          <a:prstGeom prst="rect">
            <a:avLst/>
          </a:prstGeom>
        </p:spPr>
      </p:pic>
      <p:pic>
        <p:nvPicPr>
          <p:cNvPr id="11" name="Image 0" descr="FILE 01 최종 슬라이드 8장을 나란히 놓은 이미지">
            <a:extLst>
              <a:ext uri="{FF2B5EF4-FFF2-40B4-BE49-F238E27FC236}">
                <a16:creationId xmlns:a16="http://schemas.microsoft.com/office/drawing/2014/main" id="{64CA4E9F-3475-F6E9-F717-2B93C8DB48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r="-242"/>
          <a:stretch>
            <a:fillRect/>
          </a:stretch>
        </p:blipFill>
        <p:spPr>
          <a:xfrm>
            <a:off x="846213" y="3429000"/>
            <a:ext cx="10499574" cy="33103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B9B4BC0-76BB-8347-45EE-06F7C9B73D7F}"/>
              </a:ext>
            </a:extLst>
          </p:cNvPr>
          <p:cNvSpPr/>
          <p:nvPr/>
        </p:nvSpPr>
        <p:spPr>
          <a:xfrm>
            <a:off x="846213" y="118665"/>
            <a:ext cx="2735187" cy="3310335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CEAC6-596C-41BD-FB81-ACB345B2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5FD1D2-64FA-6627-4A07-82353FD4DCE6}"/>
              </a:ext>
            </a:extLst>
          </p:cNvPr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461D70-B65C-C50A-FB9A-75175DDFC0D6}"/>
              </a:ext>
            </a:extLst>
          </p:cNvPr>
          <p:cNvSpPr/>
          <p:nvPr/>
        </p:nvSpPr>
        <p:spPr>
          <a:xfrm>
            <a:off x="812800" y="609600"/>
            <a:ext cx="24694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EXHIBIT 01 · FILE 01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C53E97-A0DA-4F5F-FDCB-BD0D5C207879}"/>
              </a:ext>
            </a:extLst>
          </p:cNvPr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C4DDB3-1BAC-1DB8-932D-62535CAD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594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FILE 01 — 10/10 첫 발행, 사건 5건 · 8장</a:t>
            </a:r>
            <a:endParaRPr lang="en-US" sz="3200" dirty="0"/>
          </a:p>
        </p:txBody>
      </p:sp>
      <p:pic>
        <p:nvPicPr>
          <p:cNvPr id="6" name="Image 0" descr="FILE 01 최종 슬라이드 8장을 나란히 놓은 이미지">
            <a:extLst>
              <a:ext uri="{FF2B5EF4-FFF2-40B4-BE49-F238E27FC236}">
                <a16:creationId xmlns:a16="http://schemas.microsoft.com/office/drawing/2014/main" id="{27B6CE25-920E-E56F-2CDF-0F398844A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42" r="-242"/>
          <a:stretch/>
        </p:blipFill>
        <p:spPr>
          <a:xfrm>
            <a:off x="819150" y="1836341"/>
            <a:ext cx="10553700" cy="16637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551D600A-1868-91E0-EF0B-C58DCFBC89A0}"/>
              </a:ext>
            </a:extLst>
          </p:cNvPr>
          <p:cNvSpPr/>
          <p:nvPr/>
        </p:nvSpPr>
        <p:spPr>
          <a:xfrm>
            <a:off x="815975" y="1833166"/>
            <a:ext cx="10560050" cy="1670050"/>
          </a:xfrm>
          <a:prstGeom prst="rect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38EF167-D209-628A-1523-0180061D1A7F}"/>
              </a:ext>
            </a:extLst>
          </p:cNvPr>
          <p:cNvGraphicFramePr>
            <a:graphicFrameLocks noGrp="1"/>
          </p:cNvGraphicFramePr>
          <p:nvPr/>
        </p:nvGraphicFramePr>
        <p:xfrm>
          <a:off x="825500" y="3722291"/>
          <a:ext cx="10553700" cy="1796605"/>
        </p:xfrm>
        <a:graphic>
          <a:graphicData uri="http://schemas.openxmlformats.org/drawingml/2006/table">
            <a:tbl>
              <a:tblPr/>
              <a:tblGrid>
                <a:gridCol w="126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5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#001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5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DATA BREACH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5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국내 은행 연쇄 해킹, 범인은 AI를 썼다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5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#002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DEEPFAKE ABUSE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현직 경찰관이 만든 합성물 400개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#003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AI MALFUNCTION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AI가 지어낸 살인 목격담 (표지)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#004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DEEPFAKE SCAM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대학병원 의사가 파는 '기적의 치료제'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#005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PRIVACY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AI에게 쓴 일기, 경찰이 읽었다</a:t>
                      </a:r>
                      <a:endParaRPr lang="en-US" sz="13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16CA230C-BC99-A8D0-B7CB-C12D52B18F2A}"/>
              </a:ext>
            </a:extLst>
          </p:cNvPr>
          <p:cNvSpPr/>
          <p:nvPr/>
        </p:nvSpPr>
        <p:spPr>
          <a:xfrm>
            <a:off x="812800" y="6248400"/>
            <a:ext cx="42132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issues/file-01.md · cases.csv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657EE44-7234-0035-B6C5-BFBB0D53ADC7}"/>
              </a:ext>
            </a:extLst>
          </p:cNvPr>
          <p:cNvSpPr/>
          <p:nvPr/>
        </p:nvSpPr>
        <p:spPr>
          <a:xfrm>
            <a:off x="10527010" y="6248400"/>
            <a:ext cx="852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06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3289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E2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C8645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3094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3ECDD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KEY FINDING · FACT-CHECK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3ECDD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483495"/>
            <a:ext cx="10883392" cy="1488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4800" b="1" i="0" dirty="0">
                <a:solidFill>
                  <a:srgbClr val="F3ECDD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2차 보도만 믿었다면</a:t>
            </a:r>
            <a:endParaRPr lang="en-US" sz="4800" dirty="0"/>
          </a:p>
          <a:p>
            <a:pPr marL="0" indent="0" algn="l">
              <a:lnSpc>
                <a:spcPts val="5760"/>
              </a:lnSpc>
              <a:buNone/>
            </a:pPr>
            <a:r>
              <a:rPr lang="en-US" sz="4800" b="1" i="0" dirty="0">
                <a:solidFill>
                  <a:srgbClr val="F3ECDD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사실 </a:t>
            </a:r>
            <a:r>
              <a:rPr lang="en-US" sz="4800" b="1" i="0" dirty="0">
                <a:solidFill>
                  <a:srgbClr val="16130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4건</a:t>
            </a:r>
            <a:r>
              <a:rPr lang="en-US" sz="4800" b="1" i="0" dirty="0">
                <a:solidFill>
                  <a:srgbClr val="F3ECDD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 틀렸다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2800" y="4251275"/>
            <a:ext cx="1088339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F3ECDD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→ 수집(scout)과 사실 확인(fact-checker)을 다른 에이전트로 나눴다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6248400"/>
            <a:ext cx="246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3ECDD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박용욱 · CONFIDENTIAL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40643" y="6248400"/>
            <a:ext cx="838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3ECDD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07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4289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6765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#02 ·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102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보도</a:t>
            </a: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3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기준</a:t>
            </a:r>
            <a:r>
              <a:rPr lang="en-US" sz="3200" b="1" i="0" dirty="0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</a:t>
            </a:r>
            <a:r>
              <a:rPr lang="en-US" sz="3200" b="1" i="0" dirty="0" err="1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리포스트</a:t>
            </a:r>
            <a:r>
              <a:rPr lang="en-US" sz="3200" b="1" i="0" dirty="0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)</a:t>
            </a: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vs 1차 </a:t>
            </a:r>
            <a:r>
              <a:rPr lang="en-US" sz="3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출처</a:t>
            </a: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 </a:t>
            </a:r>
            <a:r>
              <a:rPr lang="en-US" sz="3200" b="1" i="0" dirty="0" err="1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기준</a:t>
            </a:r>
            <a:r>
              <a:rPr lang="en-US" altLang="ko-KR" sz="3200" b="1" i="0" dirty="0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</a:t>
            </a:r>
            <a:r>
              <a:rPr lang="ko-KR" altLang="en-US" sz="3200" b="1" i="0" dirty="0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원본</a:t>
            </a:r>
            <a:r>
              <a:rPr lang="en-US" altLang="ko-KR" sz="3200" b="1" i="0" dirty="0">
                <a:solidFill>
                  <a:schemeClr val="accent1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)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1376025" y="2437199"/>
            <a:ext cx="0" cy="2082800"/>
          </a:xfrm>
          <a:prstGeom prst="line">
            <a:avLst/>
          </a:prstGeom>
          <a:noFill/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812800" y="4516824"/>
            <a:ext cx="10566400" cy="0"/>
          </a:xfrm>
          <a:prstGeom prst="line">
            <a:avLst/>
          </a:prstGeom>
          <a:noFill/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5500" y="2449899"/>
          <a:ext cx="10547350" cy="2063750"/>
        </p:xfrm>
        <a:graphic>
          <a:graphicData uri="http://schemas.openxmlformats.org/drawingml/2006/table">
            <a:tbl>
              <a:tblPr/>
              <a:tblGrid>
                <a:gridCol w="1265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7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사건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보도 기준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1차 출처 기준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#002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부산의 경찰관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서울 소속 경찰관, 부산경찰청이 검거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#005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Claude 대화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진술서상 Perplexity → "AI 챗봇"으로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#005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중범죄로 기소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정식 기소 전, 중범죄 혐의로 체포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5503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#004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9F8A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의사와 TF1 앵커 도용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E9E1CF"/>
                          </a:solidFill>
                          <a:latin typeface="Nanum Gothic Coding" pitchFamily="49" charset="0"/>
                          <a:ea typeface="Nanum Gothic Coding" pitchFamily="49" charset="-122"/>
                          <a:cs typeface="Nanum Gothic Coding" pitchFamily="49" charset="-120"/>
                        </a:rPr>
                        <a:t>병원 원문에는 의사만 있음</a:t>
                      </a:r>
                      <a:endParaRPr lang="en-US" sz="1500" dirty="0">
                        <a:latin typeface="Nanum Gothic Coding" charset="0"/>
                        <a:ea typeface="Nanum Gothic Coding" charset="0"/>
                        <a:cs typeface="Nanum Gothic Coding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46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48400"/>
            <a:ext cx="5248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issues/file-01.md · 1차 출처 (10/11 확인)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31356" y="6248400"/>
            <a:ext cx="847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08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5621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9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6878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EXHIBIT 02 · TEMPLATE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1210270"/>
            <a:ext cx="5715000" cy="3581400"/>
          </a:xfrm>
          <a:prstGeom prst="rect">
            <a:avLst/>
          </a:prstGeom>
          <a:solidFill>
            <a:srgbClr val="16130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6" name="Image 0" descr="1안(글 위주) 슬라이드와 2안(이미지 위주) 슬라이드 비교"/>
          <p:cNvPicPr>
            <a:picLocks noChangeAspect="1"/>
          </p:cNvPicPr>
          <p:nvPr/>
        </p:nvPicPr>
        <p:blipFill>
          <a:blip r:embed="rId3"/>
          <a:srcRect l="-92" r="-92"/>
          <a:stretch/>
        </p:blipFill>
        <p:spPr>
          <a:xfrm>
            <a:off x="819150" y="1216620"/>
            <a:ext cx="5702300" cy="3568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975" y="1213445"/>
            <a:ext cx="5708650" cy="3575050"/>
          </a:xfrm>
          <a:prstGeom prst="rect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/>
          <p:nvPr/>
        </p:nvSpPr>
        <p:spPr>
          <a:xfrm>
            <a:off x="6934200" y="164336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1안 글 위주 → 2안 이미지 위주</a:t>
            </a:r>
            <a:endParaRPr lang="en-US" sz="1200" dirty="0"/>
          </a:p>
        </p:txBody>
      </p:sp>
      <p:sp>
        <p:nvSpPr>
          <p:cNvPr id="9" name="Text 6"/>
          <p:cNvSpPr>
            <a:spLocks noGrp="1"/>
          </p:cNvSpPr>
          <p:nvPr>
            <p:ph type="title"/>
          </p:nvPr>
        </p:nvSpPr>
        <p:spPr>
          <a:xfrm>
            <a:off x="6934200" y="2034480"/>
            <a:ext cx="4665324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이미지를 키우고, 글자는 줄였다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34200" y="3037780"/>
            <a:ext cx="45783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1안: 경위 3~4줄. 피드에서 넘기다 보면 안 읽힌다.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34200" y="3787080"/>
            <a:ext cx="45783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→ 2안: 큰 이미지 + </a:t>
            </a:r>
            <a:r>
              <a:rPr lang="en-US" sz="15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요약 1문장 + 행동 1줄</a:t>
            </a:r>
            <a:r>
              <a:rPr lang="en-US" sz="15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. 세부 사실과 링크는 캡션으로.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800" y="6248400"/>
            <a:ext cx="29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devlog/week-01.md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37428" y="6248400"/>
            <a:ext cx="841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09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53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19992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#04 ·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102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그림은 GPT Image, 하네스는 Claude Code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15975" y="1934766"/>
            <a:ext cx="5149850" cy="3166070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47750" y="216654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IMAGES · GPT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7750" y="2506861"/>
            <a:ext cx="4546600" cy="1574800"/>
          </a:xfrm>
          <a:prstGeom prst="rect">
            <a:avLst/>
          </a:prstGeom>
          <a:solidFill>
            <a:srgbClr val="16130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9" name="Image 0" descr="분위기형 이미지(왼쪽)와 설명형 이미지(오른쪽) 비교"/>
          <p:cNvPicPr>
            <a:picLocks noChangeAspect="1"/>
          </p:cNvPicPr>
          <p:nvPr/>
        </p:nvPicPr>
        <p:blipFill>
          <a:blip r:embed="rId3"/>
          <a:srcRect t="-31" b="-31"/>
          <a:stretch/>
        </p:blipFill>
        <p:spPr>
          <a:xfrm>
            <a:off x="1047750" y="2506861"/>
            <a:ext cx="4546600" cy="157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7750" y="420866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그림만 봐도 사건을 아는 설명형 장면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7750" y="460236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Codex CLI의 ChatGPT 로그인으로 생성, API 키 없음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26175" y="1934766"/>
            <a:ext cx="5149850" cy="3166070"/>
          </a:xfrm>
          <a:prstGeom prst="rect">
            <a:avLst/>
          </a:prstGeom>
          <a:solidFill>
            <a:srgbClr val="1D1915"/>
          </a:solidFill>
          <a:ln w="635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/>
          <p:nvPr/>
        </p:nvSpPr>
        <p:spPr>
          <a:xfrm>
            <a:off x="6457950" y="216654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HARNESS · CLAUDE CODE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7950" y="250686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에이전트 3: </a:t>
            </a: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scout · fact-checker · writer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57950" y="2900561"/>
            <a:ext cx="48268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스킬 2: </a:t>
            </a: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phantom-weekly</a:t>
            </a: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(오케스트레이터) · </a:t>
            </a: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phantom-images</a:t>
            </a: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(이미지·PNG)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57950" y="356096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렌더링: Python + Playwright, 1080×1350 PNG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57950" y="3954661"/>
            <a:ext cx="48268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— 단계 간 데이터는 issues/file-NN.md 한 파일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48400"/>
            <a:ext cx="44281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README.md · .claude/ · scripts/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32070" y="6248400"/>
            <a:ext cx="847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10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624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3805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#04 ·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356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전체 파이프라인 — "다음 호 만들자" 한마디로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15975" y="1985566"/>
            <a:ext cx="1434157" cy="1250801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20750" y="2115741"/>
            <a:ext cx="1275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0750" y="2379861"/>
            <a:ext cx="12754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수집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0750" y="2679551"/>
            <a:ext cx="1275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scout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5857" y="1988741"/>
            <a:ext cx="1440557" cy="1244451"/>
          </a:xfrm>
          <a:prstGeom prst="rect">
            <a:avLst/>
          </a:prstGeom>
          <a:noFill/>
          <a:ln w="12700">
            <a:solidFill>
              <a:srgbClr val="E5503F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2443807" y="212209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✋ 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3807" y="2386211"/>
            <a:ext cx="1275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채택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43807" y="268590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사용자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2139" y="1985566"/>
            <a:ext cx="1434157" cy="1250801"/>
          </a:xfrm>
          <a:prstGeom prst="rect">
            <a:avLst/>
          </a:prstGeom>
          <a:solidFill>
            <a:srgbClr val="2A251D"/>
          </a:solidFill>
          <a:ln w="635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966914" y="2115741"/>
            <a:ext cx="1275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66914" y="2379861"/>
            <a:ext cx="12754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1차 출처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66914" y="2679551"/>
            <a:ext cx="1275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fact-checker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78847" y="1985566"/>
            <a:ext cx="1434207" cy="1250801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3622" y="211574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3622" y="2379861"/>
            <a:ext cx="1275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원고·캡션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3622" y="267955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writer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98779" y="1988741"/>
            <a:ext cx="1440557" cy="1244451"/>
          </a:xfrm>
          <a:prstGeom prst="rect">
            <a:avLst/>
          </a:prstGeom>
          <a:noFill/>
          <a:ln w="12700">
            <a:solidFill>
              <a:srgbClr val="E5503F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006729" y="212209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✋ 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06729" y="2386211"/>
            <a:ext cx="1275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원고 승인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06729" y="268590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사용자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25061" y="1985566"/>
            <a:ext cx="1434207" cy="1250801"/>
          </a:xfrm>
          <a:prstGeom prst="rect">
            <a:avLst/>
          </a:prstGeom>
          <a:solidFill>
            <a:srgbClr val="1D1915"/>
          </a:solidFill>
          <a:ln w="6350">
            <a:solidFill>
              <a:srgbClr val="5854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8529836" y="211574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29836" y="2379861"/>
            <a:ext cx="1275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이미지·PNG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29836" y="2679551"/>
            <a:ext cx="127545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phantom-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images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41818" y="1985566"/>
            <a:ext cx="1434207" cy="1250801"/>
          </a:xfrm>
          <a:prstGeom prst="rect">
            <a:avLst/>
          </a:prstGeom>
          <a:solidFill>
            <a:srgbClr val="2A251D"/>
          </a:solidFill>
          <a:ln w="635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0046593" y="211574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46593" y="2379861"/>
            <a:ext cx="12754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최종 대조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46593" y="2679551"/>
            <a:ext cx="12754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fact-checker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3525292"/>
            <a:ext cx="3386634" cy="0"/>
          </a:xfrm>
          <a:prstGeom prst="line">
            <a:avLst/>
          </a:prstGeom>
          <a:noFill/>
          <a:ln w="1270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2800" y="3658642"/>
            <a:ext cx="34882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호 파일 하나로 넘긴다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2800" y="3963442"/>
            <a:ext cx="348823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issues/file-NN.md가 단계 간 데이터이자 감사 기록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02634" y="3525292"/>
            <a:ext cx="3386683" cy="0"/>
          </a:xfrm>
          <a:prstGeom prst="line">
            <a:avLst/>
          </a:prstGeom>
          <a:noFill/>
          <a:ln w="1270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4402634" y="3658642"/>
            <a:ext cx="34882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섹션으로 이어 간다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402634" y="3963442"/>
            <a:ext cx="348828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어떤 섹션까지 찼는지 보고 다음 세션이 다음 단계부터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992517" y="3525292"/>
            <a:ext cx="3386683" cy="0"/>
          </a:xfrm>
          <a:prstGeom prst="line">
            <a:avLst/>
          </a:prstGeom>
          <a:noFill/>
          <a:ln w="1270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7992517" y="3658642"/>
            <a:ext cx="34882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검증·대조는 못 건너뛴다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992517" y="3963442"/>
            <a:ext cx="34882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 둘이 하네스의 존재 이유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12800" y="6248400"/>
            <a:ext cx="567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SRC: .claude/skills/phantom-weekly/SKILL.md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34749" y="6248400"/>
            <a:ext cx="84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11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370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2513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#05 · NEXT WEEK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26107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이번 주는 파이프라인, 다음 주는 디자인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812800" y="2374900"/>
            <a:ext cx="5181600" cy="1451570"/>
          </a:xfrm>
          <a:prstGeom prst="rect">
            <a:avLst/>
          </a:prstGeom>
          <a:solidFill>
            <a:srgbClr val="2A251D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812800" y="2387600"/>
            <a:ext cx="5181600" cy="0"/>
          </a:xfrm>
          <a:prstGeom prst="line">
            <a:avLst/>
          </a:prstGeom>
          <a:noFill/>
          <a:ln w="2540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41400" y="2628900"/>
            <a:ext cx="472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FOCUS 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1400" y="2933700"/>
            <a:ext cx="472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글자 배치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41400" y="3340100"/>
            <a:ext cx="4724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[장마다 위치 · 여백 · 위계]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7600" y="2374900"/>
            <a:ext cx="5181600" cy="1451570"/>
          </a:xfrm>
          <a:prstGeom prst="rect">
            <a:avLst/>
          </a:prstGeom>
          <a:solidFill>
            <a:srgbClr val="2A251D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197600" y="2387600"/>
            <a:ext cx="5181600" cy="0"/>
          </a:xfrm>
          <a:prstGeom prst="line">
            <a:avLst/>
          </a:prstGeom>
          <a:noFill/>
          <a:ln w="2540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26200" y="2628900"/>
            <a:ext cx="472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FOCUS 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6200" y="2933700"/>
            <a:ext cx="472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글자체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26200" y="3340100"/>
            <a:ext cx="4724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[제목 · 본문 글꼴 다시 고르기]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2800" y="4025900"/>
            <a:ext cx="5181600" cy="1451570"/>
          </a:xfrm>
          <a:prstGeom prst="rect">
            <a:avLst/>
          </a:prstGeom>
          <a:solidFill>
            <a:srgbClr val="2A251D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812800" y="4038600"/>
            <a:ext cx="5181600" cy="0"/>
          </a:xfrm>
          <a:prstGeom prst="line">
            <a:avLst/>
          </a:prstGeom>
          <a:noFill/>
          <a:ln w="2540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041400" y="4279900"/>
            <a:ext cx="472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FOCUS 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1400" y="4584700"/>
            <a:ext cx="472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전체 디자인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41400" y="4991100"/>
            <a:ext cx="4724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[톤 · 색 · 장 사이 일관성]</a:t>
            </a:r>
            <a:endParaRPr lang="en-US" sz="1300" dirty="0"/>
          </a:p>
        </p:txBody>
      </p:sp>
      <p:sp>
        <p:nvSpPr>
          <p:cNvPr id="40" name="Focus4 0"/>
          <p:cNvSpPr/>
          <p:nvPr/>
        </p:nvSpPr>
        <p:spPr>
          <a:xfrm>
            <a:off x="6197600" y="4025900"/>
            <a:ext cx="5181600" cy="1451570"/>
          </a:xfrm>
          <a:prstGeom prst="rect">
            <a:avLst/>
          </a:prstGeom>
          <a:solidFill>
            <a:srgbClr val="2A251D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1" name="Focus4 1"/>
          <p:cNvSpPr/>
          <p:nvPr/>
        </p:nvSpPr>
        <p:spPr>
          <a:xfrm>
            <a:off x="6197600" y="4038600"/>
            <a:ext cx="5181600" cy="0"/>
          </a:xfrm>
          <a:prstGeom prst="line">
            <a:avLst/>
          </a:prstGeom>
          <a:noFill/>
          <a:ln w="25400">
            <a:solidFill>
              <a:srgbClr val="E5503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Focus4 2"/>
          <p:cNvSpPr/>
          <p:nvPr/>
        </p:nvSpPr>
        <p:spPr>
          <a:xfrm>
            <a:off x="6426200" y="4279900"/>
            <a:ext cx="472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FOCUS 04</a:t>
            </a:r>
            <a:endParaRPr lang="en-US" sz="1200" dirty="0"/>
          </a:p>
        </p:txBody>
      </p:sp>
      <p:sp>
        <p:nvSpPr>
          <p:cNvPr id="43" name="Focus4 3"/>
          <p:cNvSpPr/>
          <p:nvPr/>
        </p:nvSpPr>
        <p:spPr>
          <a:xfrm>
            <a:off x="6426200" y="4584700"/>
            <a:ext cx="472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이미지 · 가독성</a:t>
            </a:r>
            <a:endParaRPr lang="en-US" sz="2000" dirty="0"/>
          </a:p>
        </p:txBody>
      </p:sp>
      <p:sp>
        <p:nvSpPr>
          <p:cNvPr id="44" name="Focus4 4"/>
          <p:cNvSpPr/>
          <p:nvPr/>
        </p:nvSpPr>
        <p:spPr>
          <a:xfrm>
            <a:off x="6426200" y="4991100"/>
            <a:ext cx="4724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[GPT 생성 이미지를 내용에 맞게 · 한눈에 읽히게]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6248400"/>
            <a:ext cx="246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박용욱 · CONFIDENTIAL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42250" y="6248400"/>
            <a:ext cx="83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12 / 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299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53095"/>
            <a:ext cx="10566400" cy="0"/>
          </a:xfrm>
          <a:prstGeom prst="line">
            <a:avLst/>
          </a:prstGeom>
          <a:noFill/>
          <a:ln w="6350">
            <a:solidFill>
              <a:srgbClr val="3D372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1744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END OF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38487" y="609600"/>
            <a:ext cx="9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A99F8A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WEEK 01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216795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0" i="0" dirty="0">
                <a:solidFill>
                  <a:srgbClr val="E9E1C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Q&amp;A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12800" y="343599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3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CASE CLOSED · QUESTIONS OPEN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888085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감사합니다.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2800" y="451797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질문과 의견을 기다립니다.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48400"/>
            <a:ext cx="5278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github.com/Pseudo-Lab/no-more-slops · PR #3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70798" y="6248400"/>
            <a:ext cx="340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8A8170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NEXT BRIEFING · 10.17 FILE 02</a:t>
            </a:r>
            <a:endParaRPr lang="en-US" sz="1200" dirty="0"/>
          </a:p>
        </p:txBody>
      </p:sp>
      <p:sp>
        <p:nvSpPr>
          <p:cNvPr id="50" name="IG Card"/>
          <p:cNvSpPr/>
          <p:nvPr/>
        </p:nvSpPr>
        <p:spPr>
          <a:xfrm>
            <a:off x="5969000" y="2222500"/>
            <a:ext cx="5410200" cy="2590800"/>
          </a:xfrm>
          <a:prstGeom prst="rect">
            <a:avLst/>
          </a:prstGeom>
          <a:solidFill>
            <a:srgbClr val="2B2822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cxnSp>
        <p:nvCxnSpPr>
          <p:cNvPr id="51" name="IG Card Rule"/>
          <p:cNvCxnSpPr/>
          <p:nvPr/>
        </p:nvCxnSpPr>
        <p:spPr>
          <a:xfrm>
            <a:off x="5969000" y="2222500"/>
            <a:ext cx="5410200" cy="0"/>
          </a:xfrm>
          <a:prstGeom prst="line">
            <a:avLst/>
          </a:prstGeom>
          <a:ln w="25400">
            <a:solidFill>
              <a:srgbClr val="E5503F"/>
            </a:solidFill>
          </a:ln>
        </p:spPr>
      </p:cxnSp>
      <p:sp>
        <p:nvSpPr>
          <p:cNvPr id="52" name="IG Label"/>
          <p:cNvSpPr txBox="1"/>
          <p:nvPr/>
        </p:nvSpPr>
        <p:spPr>
          <a:xfrm>
            <a:off x="6273800" y="2476500"/>
            <a:ext cx="3302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kern="0" spc="300" dirty="0">
                <a:solidFill>
                  <a:srgbClr val="E5503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FOLLOW THE CASE</a:t>
            </a:r>
          </a:p>
        </p:txBody>
      </p:sp>
      <p:sp>
        <p:nvSpPr>
          <p:cNvPr id="53" name="IG Handle"/>
          <p:cNvSpPr txBox="1"/>
          <p:nvPr/>
        </p:nvSpPr>
        <p:spPr>
          <a:xfrm>
            <a:off x="7543800" y="3086100"/>
            <a:ext cx="24130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E9E1CF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@phantom_report</a:t>
            </a:r>
          </a:p>
        </p:txBody>
      </p:sp>
      <p:sp>
        <p:nvSpPr>
          <p:cNvPr id="54" name="IG Sub"/>
          <p:cNvSpPr txBox="1"/>
          <p:nvPr/>
        </p:nvSpPr>
        <p:spPr>
          <a:xfrm>
            <a:off x="7543800" y="3492500"/>
            <a:ext cx="2413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A99F8A"/>
                </a:solidFill>
                <a:latin typeface="Nanum Gothic Coding" pitchFamily="49" charset="0"/>
                <a:ea typeface="Nanum Gothic Coding" pitchFamily="49" charset="-122"/>
                <a:cs typeface="Nanum Gothic Coding" pitchFamily="49" charset="-120"/>
              </a:rPr>
              <a:t>Instagram · Phantom</a:t>
            </a:r>
          </a:p>
        </p:txBody>
      </p:sp>
      <p:cxnSp>
        <p:nvCxnSpPr>
          <p:cNvPr id="55" name="IG Divider"/>
          <p:cNvCxnSpPr/>
          <p:nvPr/>
        </p:nvCxnSpPr>
        <p:spPr>
          <a:xfrm>
            <a:off x="6273800" y="4229100"/>
            <a:ext cx="4800600" cy="0"/>
          </a:xfrm>
          <a:prstGeom prst="line">
            <a:avLst/>
          </a:prstGeom>
          <a:ln w="9525">
            <a:solidFill>
              <a:srgbClr val="4A453C"/>
            </a:solidFill>
          </a:ln>
        </p:spPr>
      </p:cxnSp>
      <p:sp>
        <p:nvSpPr>
          <p:cNvPr id="56" name="IG URL"/>
          <p:cNvSpPr txBox="1"/>
          <p:nvPr/>
        </p:nvSpPr>
        <p:spPr>
          <a:xfrm>
            <a:off x="6273800" y="4356100"/>
            <a:ext cx="3302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kern="0" spc="100" dirty="0">
                <a:solidFill>
                  <a:srgbClr val="B4AE9F"/>
                </a:solidFill>
                <a:latin typeface="Special Elite" pitchFamily="49" charset="0"/>
                <a:ea typeface="Special Elite" pitchFamily="49" charset="-122"/>
                <a:cs typeface="Special Elite" pitchFamily="49" charset="-120"/>
              </a:rPr>
              <a:t>instagram.com/phantom_report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1E922D-EF24-33F8-0AD6-05133C933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00" t="29700" r="60900" b="7800"/>
          <a:stretch>
            <a:fillRect/>
          </a:stretch>
        </p:blipFill>
        <p:spPr>
          <a:xfrm>
            <a:off x="6273800" y="2908300"/>
            <a:ext cx="1016000" cy="1016000"/>
          </a:xfrm>
          <a:prstGeom prst="ellipse">
            <a:avLst/>
          </a:prstGeom>
          <a:ln w="19050">
            <a:solidFill>
              <a:srgbClr val="E5503F"/>
            </a:solidFill>
          </a:ln>
        </p:spPr>
      </p:pic>
      <p:sp>
        <p:nvSpPr>
          <p:cNvPr id="57" name="QR Background" descr="QR code to instagram.com/phantom_report"/>
          <p:cNvSpPr/>
          <p:nvPr/>
        </p:nvSpPr>
        <p:spPr>
          <a:xfrm>
            <a:off x="10058400" y="2908300"/>
            <a:ext cx="1016000" cy="1016000"/>
          </a:xfrm>
          <a:prstGeom prst="rect">
            <a:avLst/>
          </a:prstGeom>
          <a:solidFill>
            <a:srgbClr val="E9E1CF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58" name="QR Code" descr="QR code to https://www.instagram.com/phantom_report/"/>
          <p:cNvSpPr/>
          <p:nvPr/>
        </p:nvSpPr>
        <p:spPr>
          <a:xfrm>
            <a:off x="10058400" y="2908300"/>
            <a:ext cx="1016000" cy="1016000"/>
          </a:xfrm>
          <a:custGeom>
            <a:avLst/>
            <a:gdLst/>
            <a:ahLst/>
            <a:cxnLst/>
            <a:rect l="0" t="0" r="r" b="b"/>
            <a:pathLst>
              <a:path w="35" h="35">
                <a:moveTo>
                  <a:pt x="3" y="3"/>
                </a:moveTo>
                <a:lnTo>
                  <a:pt x="10" y="3"/>
                </a:lnTo>
                <a:lnTo>
                  <a:pt x="10" y="4"/>
                </a:lnTo>
                <a:lnTo>
                  <a:pt x="3" y="4"/>
                </a:lnTo>
                <a:close/>
                <a:moveTo>
                  <a:pt x="11" y="3"/>
                </a:moveTo>
                <a:lnTo>
                  <a:pt x="12" y="3"/>
                </a:lnTo>
                <a:lnTo>
                  <a:pt x="12" y="4"/>
                </a:lnTo>
                <a:lnTo>
                  <a:pt x="11" y="4"/>
                </a:lnTo>
                <a:close/>
                <a:moveTo>
                  <a:pt x="13" y="3"/>
                </a:moveTo>
                <a:lnTo>
                  <a:pt x="14" y="3"/>
                </a:lnTo>
                <a:lnTo>
                  <a:pt x="14" y="4"/>
                </a:lnTo>
                <a:lnTo>
                  <a:pt x="13" y="4"/>
                </a:lnTo>
                <a:close/>
                <a:moveTo>
                  <a:pt x="17" y="3"/>
                </a:move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  <a:close/>
                <a:moveTo>
                  <a:pt x="19" y="3"/>
                </a:move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close/>
                <a:moveTo>
                  <a:pt x="21" y="3"/>
                </a:moveTo>
                <a:lnTo>
                  <a:pt x="24" y="3"/>
                </a:lnTo>
                <a:lnTo>
                  <a:pt x="24" y="4"/>
                </a:lnTo>
                <a:lnTo>
                  <a:pt x="21" y="4"/>
                </a:lnTo>
                <a:close/>
                <a:moveTo>
                  <a:pt x="25" y="3"/>
                </a:moveTo>
                <a:lnTo>
                  <a:pt x="32" y="3"/>
                </a:lnTo>
                <a:lnTo>
                  <a:pt x="32" y="4"/>
                </a:lnTo>
                <a:lnTo>
                  <a:pt x="25" y="4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9" y="4"/>
                </a:move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close/>
                <a:moveTo>
                  <a:pt x="11" y="4"/>
                </a:moveTo>
                <a:lnTo>
                  <a:pt x="13" y="4"/>
                </a:lnTo>
                <a:lnTo>
                  <a:pt x="13" y="5"/>
                </a:lnTo>
                <a:lnTo>
                  <a:pt x="11" y="5"/>
                </a:lnTo>
                <a:close/>
                <a:moveTo>
                  <a:pt x="17" y="4"/>
                </a:moveTo>
                <a:lnTo>
                  <a:pt x="18" y="4"/>
                </a:lnTo>
                <a:lnTo>
                  <a:pt x="18" y="5"/>
                </a:lnTo>
                <a:lnTo>
                  <a:pt x="17" y="5"/>
                </a:lnTo>
                <a:close/>
                <a:moveTo>
                  <a:pt x="19" y="4"/>
                </a:moveTo>
                <a:lnTo>
                  <a:pt x="20" y="4"/>
                </a:lnTo>
                <a:lnTo>
                  <a:pt x="20" y="5"/>
                </a:lnTo>
                <a:lnTo>
                  <a:pt x="19" y="5"/>
                </a:lnTo>
                <a:close/>
                <a:moveTo>
                  <a:pt x="23" y="4"/>
                </a:moveTo>
                <a:lnTo>
                  <a:pt x="24" y="4"/>
                </a:lnTo>
                <a:lnTo>
                  <a:pt x="24" y="5"/>
                </a:lnTo>
                <a:lnTo>
                  <a:pt x="23" y="5"/>
                </a:lnTo>
                <a:close/>
                <a:moveTo>
                  <a:pt x="25" y="4"/>
                </a:moveTo>
                <a:lnTo>
                  <a:pt x="26" y="4"/>
                </a:lnTo>
                <a:lnTo>
                  <a:pt x="26" y="5"/>
                </a:lnTo>
                <a:lnTo>
                  <a:pt x="25" y="5"/>
                </a:lnTo>
                <a:close/>
                <a:moveTo>
                  <a:pt x="31" y="4"/>
                </a:moveTo>
                <a:lnTo>
                  <a:pt x="32" y="4"/>
                </a:lnTo>
                <a:lnTo>
                  <a:pt x="32" y="5"/>
                </a:lnTo>
                <a:lnTo>
                  <a:pt x="31" y="5"/>
                </a:lnTo>
                <a:close/>
                <a:moveTo>
                  <a:pt x="3" y="5"/>
                </a:move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close/>
                <a:moveTo>
                  <a:pt x="5" y="5"/>
                </a:moveTo>
                <a:lnTo>
                  <a:pt x="8" y="5"/>
                </a:lnTo>
                <a:lnTo>
                  <a:pt x="8" y="6"/>
                </a:lnTo>
                <a:lnTo>
                  <a:pt x="5" y="6"/>
                </a:lnTo>
                <a:close/>
                <a:moveTo>
                  <a:pt x="9" y="5"/>
                </a:move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close/>
                <a:moveTo>
                  <a:pt x="15" y="5"/>
                </a:moveTo>
                <a:lnTo>
                  <a:pt x="17" y="5"/>
                </a:lnTo>
                <a:lnTo>
                  <a:pt x="17" y="6"/>
                </a:lnTo>
                <a:lnTo>
                  <a:pt x="15" y="6"/>
                </a:lnTo>
                <a:close/>
                <a:moveTo>
                  <a:pt x="21" y="5"/>
                </a:moveTo>
                <a:lnTo>
                  <a:pt x="22" y="5"/>
                </a:lnTo>
                <a:lnTo>
                  <a:pt x="22" y="6"/>
                </a:lnTo>
                <a:lnTo>
                  <a:pt x="21" y="6"/>
                </a:lnTo>
                <a:close/>
                <a:moveTo>
                  <a:pt x="23" y="5"/>
                </a:moveTo>
                <a:lnTo>
                  <a:pt x="24" y="5"/>
                </a:lnTo>
                <a:lnTo>
                  <a:pt x="24" y="6"/>
                </a:lnTo>
                <a:lnTo>
                  <a:pt x="23" y="6"/>
                </a:lnTo>
                <a:close/>
                <a:moveTo>
                  <a:pt x="25" y="5"/>
                </a:moveTo>
                <a:lnTo>
                  <a:pt x="26" y="5"/>
                </a:lnTo>
                <a:lnTo>
                  <a:pt x="26" y="6"/>
                </a:lnTo>
                <a:lnTo>
                  <a:pt x="25" y="6"/>
                </a:lnTo>
                <a:close/>
                <a:moveTo>
                  <a:pt x="27" y="5"/>
                </a:moveTo>
                <a:lnTo>
                  <a:pt x="30" y="5"/>
                </a:lnTo>
                <a:lnTo>
                  <a:pt x="30" y="6"/>
                </a:lnTo>
                <a:lnTo>
                  <a:pt x="27" y="6"/>
                </a:lnTo>
                <a:close/>
                <a:moveTo>
                  <a:pt x="31" y="5"/>
                </a:moveTo>
                <a:lnTo>
                  <a:pt x="32" y="5"/>
                </a:lnTo>
                <a:lnTo>
                  <a:pt x="32" y="6"/>
                </a:lnTo>
                <a:lnTo>
                  <a:pt x="31" y="6"/>
                </a:lnTo>
                <a:close/>
                <a:moveTo>
                  <a:pt x="3" y="6"/>
                </a:move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close/>
                <a:moveTo>
                  <a:pt x="5" y="6"/>
                </a:moveTo>
                <a:lnTo>
                  <a:pt x="8" y="6"/>
                </a:lnTo>
                <a:lnTo>
                  <a:pt x="8" y="7"/>
                </a:lnTo>
                <a:lnTo>
                  <a:pt x="5" y="7"/>
                </a:lnTo>
                <a:close/>
                <a:moveTo>
                  <a:pt x="9" y="6"/>
                </a:move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close/>
                <a:moveTo>
                  <a:pt x="11" y="6"/>
                </a:moveTo>
                <a:lnTo>
                  <a:pt x="12" y="6"/>
                </a:lnTo>
                <a:lnTo>
                  <a:pt x="12" y="7"/>
                </a:lnTo>
                <a:lnTo>
                  <a:pt x="11" y="7"/>
                </a:lnTo>
                <a:close/>
                <a:moveTo>
                  <a:pt x="13" y="6"/>
                </a:moveTo>
                <a:lnTo>
                  <a:pt x="14" y="6"/>
                </a:lnTo>
                <a:lnTo>
                  <a:pt x="14" y="7"/>
                </a:lnTo>
                <a:lnTo>
                  <a:pt x="13" y="7"/>
                </a:lnTo>
                <a:close/>
                <a:moveTo>
                  <a:pt x="15" y="6"/>
                </a:moveTo>
                <a:lnTo>
                  <a:pt x="19" y="6"/>
                </a:lnTo>
                <a:lnTo>
                  <a:pt x="19" y="7"/>
                </a:lnTo>
                <a:lnTo>
                  <a:pt x="15" y="7"/>
                </a:lnTo>
                <a:close/>
                <a:moveTo>
                  <a:pt x="20" y="6"/>
                </a:moveTo>
                <a:lnTo>
                  <a:pt x="21" y="6"/>
                </a:lnTo>
                <a:lnTo>
                  <a:pt x="21" y="7"/>
                </a:lnTo>
                <a:lnTo>
                  <a:pt x="20" y="7"/>
                </a:lnTo>
                <a:close/>
                <a:moveTo>
                  <a:pt x="22" y="6"/>
                </a:moveTo>
                <a:lnTo>
                  <a:pt x="23" y="6"/>
                </a:lnTo>
                <a:lnTo>
                  <a:pt x="23" y="7"/>
                </a:lnTo>
                <a:lnTo>
                  <a:pt x="22" y="7"/>
                </a:lnTo>
                <a:close/>
                <a:moveTo>
                  <a:pt x="25" y="6"/>
                </a:moveTo>
                <a:lnTo>
                  <a:pt x="26" y="6"/>
                </a:lnTo>
                <a:lnTo>
                  <a:pt x="26" y="7"/>
                </a:lnTo>
                <a:lnTo>
                  <a:pt x="25" y="7"/>
                </a:lnTo>
                <a:close/>
                <a:moveTo>
                  <a:pt x="27" y="6"/>
                </a:moveTo>
                <a:lnTo>
                  <a:pt x="30" y="6"/>
                </a:lnTo>
                <a:lnTo>
                  <a:pt x="30" y="7"/>
                </a:lnTo>
                <a:lnTo>
                  <a:pt x="27" y="7"/>
                </a:lnTo>
                <a:close/>
                <a:moveTo>
                  <a:pt x="31" y="6"/>
                </a:moveTo>
                <a:lnTo>
                  <a:pt x="32" y="6"/>
                </a:lnTo>
                <a:lnTo>
                  <a:pt x="32" y="7"/>
                </a:lnTo>
                <a:lnTo>
                  <a:pt x="31" y="7"/>
                </a:lnTo>
                <a:close/>
                <a:moveTo>
                  <a:pt x="3" y="7"/>
                </a:move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close/>
                <a:moveTo>
                  <a:pt x="5" y="7"/>
                </a:moveTo>
                <a:lnTo>
                  <a:pt x="8" y="7"/>
                </a:lnTo>
                <a:lnTo>
                  <a:pt x="8" y="8"/>
                </a:lnTo>
                <a:lnTo>
                  <a:pt x="5" y="8"/>
                </a:lnTo>
                <a:close/>
                <a:moveTo>
                  <a:pt x="9" y="7"/>
                </a:moveTo>
                <a:lnTo>
                  <a:pt x="10" y="7"/>
                </a:lnTo>
                <a:lnTo>
                  <a:pt x="10" y="8"/>
                </a:lnTo>
                <a:lnTo>
                  <a:pt x="9" y="8"/>
                </a:lnTo>
                <a:close/>
                <a:moveTo>
                  <a:pt x="12" y="7"/>
                </a:moveTo>
                <a:lnTo>
                  <a:pt x="13" y="7"/>
                </a:lnTo>
                <a:lnTo>
                  <a:pt x="13" y="8"/>
                </a:lnTo>
                <a:lnTo>
                  <a:pt x="12" y="8"/>
                </a:lnTo>
                <a:close/>
                <a:moveTo>
                  <a:pt x="14" y="7"/>
                </a:moveTo>
                <a:lnTo>
                  <a:pt x="15" y="7"/>
                </a:lnTo>
                <a:lnTo>
                  <a:pt x="15" y="8"/>
                </a:lnTo>
                <a:lnTo>
                  <a:pt x="14" y="8"/>
                </a:lnTo>
                <a:close/>
                <a:moveTo>
                  <a:pt x="16" y="7"/>
                </a:moveTo>
                <a:lnTo>
                  <a:pt x="20" y="7"/>
                </a:lnTo>
                <a:lnTo>
                  <a:pt x="20" y="8"/>
                </a:lnTo>
                <a:lnTo>
                  <a:pt x="16" y="8"/>
                </a:lnTo>
                <a:close/>
                <a:moveTo>
                  <a:pt x="22" y="7"/>
                </a:moveTo>
                <a:lnTo>
                  <a:pt x="24" y="7"/>
                </a:lnTo>
                <a:lnTo>
                  <a:pt x="24" y="8"/>
                </a:lnTo>
                <a:lnTo>
                  <a:pt x="22" y="8"/>
                </a:lnTo>
                <a:close/>
                <a:moveTo>
                  <a:pt x="25" y="7"/>
                </a:moveTo>
                <a:lnTo>
                  <a:pt x="26" y="7"/>
                </a:lnTo>
                <a:lnTo>
                  <a:pt x="26" y="8"/>
                </a:lnTo>
                <a:lnTo>
                  <a:pt x="25" y="8"/>
                </a:lnTo>
                <a:close/>
                <a:moveTo>
                  <a:pt x="27" y="7"/>
                </a:moveTo>
                <a:lnTo>
                  <a:pt x="30" y="7"/>
                </a:lnTo>
                <a:lnTo>
                  <a:pt x="30" y="8"/>
                </a:lnTo>
                <a:lnTo>
                  <a:pt x="27" y="8"/>
                </a:lnTo>
                <a:close/>
                <a:moveTo>
                  <a:pt x="31" y="7"/>
                </a:moveTo>
                <a:lnTo>
                  <a:pt x="32" y="7"/>
                </a:lnTo>
                <a:lnTo>
                  <a:pt x="32" y="8"/>
                </a:lnTo>
                <a:lnTo>
                  <a:pt x="31" y="8"/>
                </a:lnTo>
                <a:close/>
                <a:moveTo>
                  <a:pt x="3" y="8"/>
                </a:move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close/>
                <a:moveTo>
                  <a:pt x="9" y="8"/>
                </a:moveTo>
                <a:lnTo>
                  <a:pt x="10" y="8"/>
                </a:lnTo>
                <a:lnTo>
                  <a:pt x="10" y="9"/>
                </a:lnTo>
                <a:lnTo>
                  <a:pt x="9" y="9"/>
                </a:lnTo>
                <a:close/>
                <a:moveTo>
                  <a:pt x="12" y="8"/>
                </a:moveTo>
                <a:lnTo>
                  <a:pt x="14" y="8"/>
                </a:lnTo>
                <a:lnTo>
                  <a:pt x="14" y="9"/>
                </a:lnTo>
                <a:lnTo>
                  <a:pt x="12" y="9"/>
                </a:lnTo>
                <a:close/>
                <a:moveTo>
                  <a:pt x="15" y="8"/>
                </a:moveTo>
                <a:lnTo>
                  <a:pt x="16" y="8"/>
                </a:lnTo>
                <a:lnTo>
                  <a:pt x="16" y="9"/>
                </a:lnTo>
                <a:lnTo>
                  <a:pt x="15" y="9"/>
                </a:lnTo>
                <a:close/>
                <a:moveTo>
                  <a:pt x="17" y="8"/>
                </a:moveTo>
                <a:lnTo>
                  <a:pt x="18" y="8"/>
                </a:lnTo>
                <a:lnTo>
                  <a:pt x="18" y="9"/>
                </a:lnTo>
                <a:lnTo>
                  <a:pt x="17" y="9"/>
                </a:lnTo>
                <a:close/>
                <a:moveTo>
                  <a:pt x="19" y="8"/>
                </a:moveTo>
                <a:lnTo>
                  <a:pt x="24" y="8"/>
                </a:lnTo>
                <a:lnTo>
                  <a:pt x="24" y="9"/>
                </a:lnTo>
                <a:lnTo>
                  <a:pt x="19" y="9"/>
                </a:lnTo>
                <a:close/>
                <a:moveTo>
                  <a:pt x="25" y="8"/>
                </a:moveTo>
                <a:lnTo>
                  <a:pt x="26" y="8"/>
                </a:lnTo>
                <a:lnTo>
                  <a:pt x="26" y="9"/>
                </a:lnTo>
                <a:lnTo>
                  <a:pt x="25" y="9"/>
                </a:lnTo>
                <a:close/>
                <a:moveTo>
                  <a:pt x="31" y="8"/>
                </a:moveTo>
                <a:lnTo>
                  <a:pt x="32" y="8"/>
                </a:lnTo>
                <a:lnTo>
                  <a:pt x="32" y="9"/>
                </a:lnTo>
                <a:lnTo>
                  <a:pt x="31" y="9"/>
                </a:lnTo>
                <a:close/>
                <a:moveTo>
                  <a:pt x="3" y="9"/>
                </a:moveTo>
                <a:lnTo>
                  <a:pt x="10" y="9"/>
                </a:lnTo>
                <a:lnTo>
                  <a:pt x="10" y="10"/>
                </a:lnTo>
                <a:lnTo>
                  <a:pt x="3" y="10"/>
                </a:lnTo>
                <a:close/>
                <a:moveTo>
                  <a:pt x="11" y="9"/>
                </a:move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close/>
                <a:moveTo>
                  <a:pt x="13" y="9"/>
                </a:move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close/>
                <a:moveTo>
                  <a:pt x="15" y="9"/>
                </a:moveTo>
                <a:lnTo>
                  <a:pt x="16" y="9"/>
                </a:lnTo>
                <a:lnTo>
                  <a:pt x="16" y="10"/>
                </a:lnTo>
                <a:lnTo>
                  <a:pt x="15" y="10"/>
                </a:lnTo>
                <a:close/>
                <a:moveTo>
                  <a:pt x="17" y="9"/>
                </a:moveTo>
                <a:lnTo>
                  <a:pt x="18" y="9"/>
                </a:lnTo>
                <a:lnTo>
                  <a:pt x="18" y="10"/>
                </a:lnTo>
                <a:lnTo>
                  <a:pt x="17" y="10"/>
                </a:lnTo>
                <a:close/>
                <a:moveTo>
                  <a:pt x="19" y="9"/>
                </a:moveTo>
                <a:lnTo>
                  <a:pt x="20" y="9"/>
                </a:lnTo>
                <a:lnTo>
                  <a:pt x="20" y="10"/>
                </a:lnTo>
                <a:lnTo>
                  <a:pt x="19" y="10"/>
                </a:lnTo>
                <a:close/>
                <a:moveTo>
                  <a:pt x="21" y="9"/>
                </a:moveTo>
                <a:lnTo>
                  <a:pt x="22" y="9"/>
                </a:lnTo>
                <a:lnTo>
                  <a:pt x="22" y="10"/>
                </a:lnTo>
                <a:lnTo>
                  <a:pt x="21" y="10"/>
                </a:lnTo>
                <a:close/>
                <a:moveTo>
                  <a:pt x="23" y="9"/>
                </a:move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close/>
                <a:moveTo>
                  <a:pt x="25" y="9"/>
                </a:moveTo>
                <a:lnTo>
                  <a:pt x="32" y="9"/>
                </a:lnTo>
                <a:lnTo>
                  <a:pt x="32" y="10"/>
                </a:lnTo>
                <a:lnTo>
                  <a:pt x="25" y="10"/>
                </a:lnTo>
                <a:close/>
                <a:moveTo>
                  <a:pt x="11" y="10"/>
                </a:moveTo>
                <a:lnTo>
                  <a:pt x="14" y="10"/>
                </a:lnTo>
                <a:lnTo>
                  <a:pt x="14" y="11"/>
                </a:lnTo>
                <a:lnTo>
                  <a:pt x="11" y="11"/>
                </a:lnTo>
                <a:close/>
                <a:moveTo>
                  <a:pt x="15" y="10"/>
                </a:moveTo>
                <a:lnTo>
                  <a:pt x="16" y="10"/>
                </a:lnTo>
                <a:lnTo>
                  <a:pt x="16" y="11"/>
                </a:lnTo>
                <a:lnTo>
                  <a:pt x="15" y="11"/>
                </a:lnTo>
                <a:close/>
                <a:moveTo>
                  <a:pt x="18" y="10"/>
                </a:moveTo>
                <a:lnTo>
                  <a:pt x="19" y="10"/>
                </a:lnTo>
                <a:lnTo>
                  <a:pt x="19" y="11"/>
                </a:lnTo>
                <a:lnTo>
                  <a:pt x="18" y="11"/>
                </a:lnTo>
                <a:close/>
                <a:moveTo>
                  <a:pt x="20" y="10"/>
                </a:moveTo>
                <a:lnTo>
                  <a:pt x="22" y="10"/>
                </a:lnTo>
                <a:lnTo>
                  <a:pt x="22" y="11"/>
                </a:lnTo>
                <a:lnTo>
                  <a:pt x="20" y="11"/>
                </a:lnTo>
                <a:close/>
                <a:moveTo>
                  <a:pt x="3" y="11"/>
                </a:moveTo>
                <a:lnTo>
                  <a:pt x="4" y="11"/>
                </a:lnTo>
                <a:lnTo>
                  <a:pt x="4" y="12"/>
                </a:lnTo>
                <a:lnTo>
                  <a:pt x="3" y="12"/>
                </a:lnTo>
                <a:close/>
                <a:moveTo>
                  <a:pt x="5" y="11"/>
                </a:moveTo>
                <a:lnTo>
                  <a:pt x="7" y="11"/>
                </a:lnTo>
                <a:lnTo>
                  <a:pt x="7" y="12"/>
                </a:lnTo>
                <a:lnTo>
                  <a:pt x="5" y="12"/>
                </a:lnTo>
                <a:close/>
                <a:moveTo>
                  <a:pt x="8" y="11"/>
                </a:moveTo>
                <a:lnTo>
                  <a:pt x="11" y="11"/>
                </a:lnTo>
                <a:lnTo>
                  <a:pt x="11" y="12"/>
                </a:lnTo>
                <a:lnTo>
                  <a:pt x="8" y="12"/>
                </a:lnTo>
                <a:close/>
                <a:moveTo>
                  <a:pt x="12" y="11"/>
                </a:move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close/>
                <a:moveTo>
                  <a:pt x="14" y="11"/>
                </a:moveTo>
                <a:lnTo>
                  <a:pt x="16" y="11"/>
                </a:lnTo>
                <a:lnTo>
                  <a:pt x="16" y="12"/>
                </a:lnTo>
                <a:lnTo>
                  <a:pt x="14" y="12"/>
                </a:lnTo>
                <a:close/>
                <a:moveTo>
                  <a:pt x="17" y="11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close/>
                <a:moveTo>
                  <a:pt x="20" y="11"/>
                </a:moveTo>
                <a:lnTo>
                  <a:pt x="22" y="11"/>
                </a:lnTo>
                <a:lnTo>
                  <a:pt x="22" y="12"/>
                </a:lnTo>
                <a:lnTo>
                  <a:pt x="20" y="12"/>
                </a:lnTo>
                <a:close/>
                <a:moveTo>
                  <a:pt x="25" y="11"/>
                </a:moveTo>
                <a:lnTo>
                  <a:pt x="26" y="11"/>
                </a:lnTo>
                <a:lnTo>
                  <a:pt x="26" y="12"/>
                </a:lnTo>
                <a:lnTo>
                  <a:pt x="25" y="12"/>
                </a:lnTo>
                <a:close/>
                <a:moveTo>
                  <a:pt x="28" y="11"/>
                </a:moveTo>
                <a:lnTo>
                  <a:pt x="29" y="11"/>
                </a:lnTo>
                <a:lnTo>
                  <a:pt x="29" y="12"/>
                </a:lnTo>
                <a:lnTo>
                  <a:pt x="28" y="12"/>
                </a:lnTo>
                <a:close/>
                <a:moveTo>
                  <a:pt x="30" y="11"/>
                </a:moveTo>
                <a:lnTo>
                  <a:pt x="32" y="11"/>
                </a:lnTo>
                <a:lnTo>
                  <a:pt x="32" y="12"/>
                </a:lnTo>
                <a:lnTo>
                  <a:pt x="30" y="12"/>
                </a:lnTo>
                <a:close/>
                <a:moveTo>
                  <a:pt x="3" y="12"/>
                </a:moveTo>
                <a:lnTo>
                  <a:pt x="5" y="12"/>
                </a:lnTo>
                <a:lnTo>
                  <a:pt x="5" y="13"/>
                </a:lnTo>
                <a:lnTo>
                  <a:pt x="3" y="13"/>
                </a:lnTo>
                <a:close/>
                <a:moveTo>
                  <a:pt x="6" y="12"/>
                </a:moveTo>
                <a:lnTo>
                  <a:pt x="7" y="12"/>
                </a:lnTo>
                <a:lnTo>
                  <a:pt x="7" y="13"/>
                </a:lnTo>
                <a:lnTo>
                  <a:pt x="6" y="13"/>
                </a:lnTo>
                <a:close/>
                <a:moveTo>
                  <a:pt x="8" y="12"/>
                </a:moveTo>
                <a:lnTo>
                  <a:pt x="9" y="12"/>
                </a:lnTo>
                <a:lnTo>
                  <a:pt x="9" y="13"/>
                </a:lnTo>
                <a:lnTo>
                  <a:pt x="8" y="13"/>
                </a:lnTo>
                <a:close/>
                <a:moveTo>
                  <a:pt x="11" y="12"/>
                </a:moveTo>
                <a:lnTo>
                  <a:pt x="16" y="12"/>
                </a:lnTo>
                <a:lnTo>
                  <a:pt x="16" y="13"/>
                </a:lnTo>
                <a:lnTo>
                  <a:pt x="11" y="13"/>
                </a:lnTo>
                <a:close/>
                <a:moveTo>
                  <a:pt x="17" y="12"/>
                </a:moveTo>
                <a:lnTo>
                  <a:pt x="18" y="12"/>
                </a:lnTo>
                <a:lnTo>
                  <a:pt x="18" y="13"/>
                </a:lnTo>
                <a:lnTo>
                  <a:pt x="17" y="13"/>
                </a:lnTo>
                <a:close/>
                <a:moveTo>
                  <a:pt x="19" y="12"/>
                </a:moveTo>
                <a:lnTo>
                  <a:pt x="28" y="12"/>
                </a:lnTo>
                <a:lnTo>
                  <a:pt x="28" y="13"/>
                </a:lnTo>
                <a:lnTo>
                  <a:pt x="19" y="13"/>
                </a:lnTo>
                <a:close/>
                <a:moveTo>
                  <a:pt x="31" y="12"/>
                </a:moveTo>
                <a:lnTo>
                  <a:pt x="32" y="12"/>
                </a:lnTo>
                <a:lnTo>
                  <a:pt x="32" y="13"/>
                </a:lnTo>
                <a:lnTo>
                  <a:pt x="31" y="13"/>
                </a:lnTo>
                <a:close/>
                <a:moveTo>
                  <a:pt x="4" y="13"/>
                </a:moveTo>
                <a:lnTo>
                  <a:pt x="5" y="13"/>
                </a:lnTo>
                <a:lnTo>
                  <a:pt x="5" y="14"/>
                </a:lnTo>
                <a:lnTo>
                  <a:pt x="4" y="14"/>
                </a:lnTo>
                <a:close/>
                <a:moveTo>
                  <a:pt x="7" y="13"/>
                </a:moveTo>
                <a:lnTo>
                  <a:pt x="10" y="13"/>
                </a:lnTo>
                <a:lnTo>
                  <a:pt x="10" y="14"/>
                </a:lnTo>
                <a:lnTo>
                  <a:pt x="7" y="14"/>
                </a:lnTo>
                <a:close/>
                <a:moveTo>
                  <a:pt x="11" y="13"/>
                </a:moveTo>
                <a:lnTo>
                  <a:pt x="12" y="13"/>
                </a:lnTo>
                <a:lnTo>
                  <a:pt x="12" y="14"/>
                </a:lnTo>
                <a:lnTo>
                  <a:pt x="11" y="14"/>
                </a:lnTo>
                <a:close/>
                <a:moveTo>
                  <a:pt x="13" y="13"/>
                </a:moveTo>
                <a:lnTo>
                  <a:pt x="18" y="13"/>
                </a:lnTo>
                <a:lnTo>
                  <a:pt x="18" y="14"/>
                </a:lnTo>
                <a:lnTo>
                  <a:pt x="13" y="14"/>
                </a:lnTo>
                <a:close/>
                <a:moveTo>
                  <a:pt x="19" y="13"/>
                </a:moveTo>
                <a:lnTo>
                  <a:pt x="22" y="13"/>
                </a:lnTo>
                <a:lnTo>
                  <a:pt x="22" y="14"/>
                </a:lnTo>
                <a:lnTo>
                  <a:pt x="19" y="14"/>
                </a:lnTo>
                <a:close/>
                <a:moveTo>
                  <a:pt x="25" y="13"/>
                </a:moveTo>
                <a:lnTo>
                  <a:pt x="28" y="13"/>
                </a:lnTo>
                <a:lnTo>
                  <a:pt x="28" y="14"/>
                </a:lnTo>
                <a:lnTo>
                  <a:pt x="25" y="14"/>
                </a:lnTo>
                <a:close/>
                <a:moveTo>
                  <a:pt x="29" y="13"/>
                </a:moveTo>
                <a:lnTo>
                  <a:pt x="31" y="13"/>
                </a:lnTo>
                <a:lnTo>
                  <a:pt x="31" y="14"/>
                </a:lnTo>
                <a:lnTo>
                  <a:pt x="29" y="14"/>
                </a:lnTo>
                <a:close/>
                <a:moveTo>
                  <a:pt x="7" y="14"/>
                </a:moveTo>
                <a:lnTo>
                  <a:pt x="9" y="14"/>
                </a:lnTo>
                <a:lnTo>
                  <a:pt x="9" y="15"/>
                </a:lnTo>
                <a:lnTo>
                  <a:pt x="7" y="15"/>
                </a:lnTo>
                <a:close/>
                <a:moveTo>
                  <a:pt x="10" y="14"/>
                </a:move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close/>
                <a:moveTo>
                  <a:pt x="14" y="14"/>
                </a:moveTo>
                <a:lnTo>
                  <a:pt x="15" y="14"/>
                </a:lnTo>
                <a:lnTo>
                  <a:pt x="15" y="15"/>
                </a:lnTo>
                <a:lnTo>
                  <a:pt x="14" y="15"/>
                </a:lnTo>
                <a:close/>
                <a:moveTo>
                  <a:pt x="16" y="14"/>
                </a:moveTo>
                <a:lnTo>
                  <a:pt x="17" y="14"/>
                </a:lnTo>
                <a:lnTo>
                  <a:pt x="17" y="15"/>
                </a:lnTo>
                <a:lnTo>
                  <a:pt x="16" y="15"/>
                </a:lnTo>
                <a:close/>
                <a:moveTo>
                  <a:pt x="18" y="14"/>
                </a:moveTo>
                <a:lnTo>
                  <a:pt x="19" y="14"/>
                </a:lnTo>
                <a:lnTo>
                  <a:pt x="19" y="15"/>
                </a:lnTo>
                <a:lnTo>
                  <a:pt x="18" y="15"/>
                </a:lnTo>
                <a:close/>
                <a:moveTo>
                  <a:pt x="21" y="14"/>
                </a:moveTo>
                <a:lnTo>
                  <a:pt x="23" y="14"/>
                </a:lnTo>
                <a:lnTo>
                  <a:pt x="23" y="15"/>
                </a:lnTo>
                <a:lnTo>
                  <a:pt x="21" y="15"/>
                </a:lnTo>
                <a:close/>
                <a:moveTo>
                  <a:pt x="24" y="14"/>
                </a:moveTo>
                <a:lnTo>
                  <a:pt x="28" y="14"/>
                </a:lnTo>
                <a:lnTo>
                  <a:pt x="28" y="15"/>
                </a:lnTo>
                <a:lnTo>
                  <a:pt x="24" y="15"/>
                </a:lnTo>
                <a:close/>
                <a:moveTo>
                  <a:pt x="31" y="14"/>
                </a:moveTo>
                <a:lnTo>
                  <a:pt x="32" y="14"/>
                </a:lnTo>
                <a:lnTo>
                  <a:pt x="32" y="15"/>
                </a:lnTo>
                <a:lnTo>
                  <a:pt x="31" y="15"/>
                </a:lnTo>
                <a:close/>
                <a:moveTo>
                  <a:pt x="3" y="15"/>
                </a:moveTo>
                <a:lnTo>
                  <a:pt x="7" y="15"/>
                </a:lnTo>
                <a:lnTo>
                  <a:pt x="7" y="16"/>
                </a:lnTo>
                <a:lnTo>
                  <a:pt x="3" y="16"/>
                </a:lnTo>
                <a:close/>
                <a:moveTo>
                  <a:pt x="9" y="15"/>
                </a:moveTo>
                <a:lnTo>
                  <a:pt x="11" y="15"/>
                </a:lnTo>
                <a:lnTo>
                  <a:pt x="11" y="16"/>
                </a:lnTo>
                <a:lnTo>
                  <a:pt x="9" y="16"/>
                </a:lnTo>
                <a:close/>
                <a:moveTo>
                  <a:pt x="12" y="15"/>
                </a:moveTo>
                <a:lnTo>
                  <a:pt x="14" y="15"/>
                </a:lnTo>
                <a:lnTo>
                  <a:pt x="14" y="16"/>
                </a:lnTo>
                <a:lnTo>
                  <a:pt x="12" y="16"/>
                </a:lnTo>
                <a:close/>
                <a:moveTo>
                  <a:pt x="15" y="15"/>
                </a:moveTo>
                <a:lnTo>
                  <a:pt x="18" y="15"/>
                </a:lnTo>
                <a:lnTo>
                  <a:pt x="18" y="16"/>
                </a:lnTo>
                <a:lnTo>
                  <a:pt x="15" y="16"/>
                </a:lnTo>
                <a:close/>
                <a:moveTo>
                  <a:pt x="19" y="15"/>
                </a:moveTo>
                <a:lnTo>
                  <a:pt x="22" y="15"/>
                </a:lnTo>
                <a:lnTo>
                  <a:pt x="22" y="16"/>
                </a:lnTo>
                <a:lnTo>
                  <a:pt x="19" y="16"/>
                </a:lnTo>
                <a:close/>
                <a:moveTo>
                  <a:pt x="28" y="15"/>
                </a:moveTo>
                <a:lnTo>
                  <a:pt x="30" y="15"/>
                </a:lnTo>
                <a:lnTo>
                  <a:pt x="30" y="16"/>
                </a:lnTo>
                <a:lnTo>
                  <a:pt x="28" y="16"/>
                </a:lnTo>
                <a:close/>
                <a:moveTo>
                  <a:pt x="3" y="16"/>
                </a:moveTo>
                <a:lnTo>
                  <a:pt x="5" y="16"/>
                </a:lnTo>
                <a:lnTo>
                  <a:pt x="5" y="17"/>
                </a:lnTo>
                <a:lnTo>
                  <a:pt x="3" y="17"/>
                </a:lnTo>
                <a:close/>
                <a:moveTo>
                  <a:pt x="6" y="16"/>
                </a:move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close/>
                <a:moveTo>
                  <a:pt x="8" y="16"/>
                </a:moveTo>
                <a:lnTo>
                  <a:pt x="9" y="16"/>
                </a:lnTo>
                <a:lnTo>
                  <a:pt x="9" y="17"/>
                </a:lnTo>
                <a:lnTo>
                  <a:pt x="8" y="17"/>
                </a:lnTo>
                <a:close/>
                <a:moveTo>
                  <a:pt x="10" y="16"/>
                </a:moveTo>
                <a:lnTo>
                  <a:pt x="15" y="16"/>
                </a:lnTo>
                <a:lnTo>
                  <a:pt x="15" y="17"/>
                </a:lnTo>
                <a:lnTo>
                  <a:pt x="10" y="17"/>
                </a:lnTo>
                <a:close/>
                <a:moveTo>
                  <a:pt x="19" y="16"/>
                </a:moveTo>
                <a:lnTo>
                  <a:pt x="20" y="16"/>
                </a:lnTo>
                <a:lnTo>
                  <a:pt x="20" y="17"/>
                </a:lnTo>
                <a:lnTo>
                  <a:pt x="19" y="17"/>
                </a:lnTo>
                <a:close/>
                <a:moveTo>
                  <a:pt x="22" y="16"/>
                </a:moveTo>
                <a:lnTo>
                  <a:pt x="23" y="16"/>
                </a:lnTo>
                <a:lnTo>
                  <a:pt x="23" y="17"/>
                </a:lnTo>
                <a:lnTo>
                  <a:pt x="22" y="17"/>
                </a:lnTo>
                <a:close/>
                <a:moveTo>
                  <a:pt x="25" y="16"/>
                </a:moveTo>
                <a:lnTo>
                  <a:pt x="27" y="16"/>
                </a:lnTo>
                <a:lnTo>
                  <a:pt x="27" y="17"/>
                </a:lnTo>
                <a:lnTo>
                  <a:pt x="25" y="17"/>
                </a:lnTo>
                <a:close/>
                <a:moveTo>
                  <a:pt x="29" y="16"/>
                </a:moveTo>
                <a:lnTo>
                  <a:pt x="32" y="16"/>
                </a:lnTo>
                <a:lnTo>
                  <a:pt x="32" y="17"/>
                </a:lnTo>
                <a:lnTo>
                  <a:pt x="29" y="17"/>
                </a:lnTo>
                <a:close/>
                <a:moveTo>
                  <a:pt x="3" y="17"/>
                </a:moveTo>
                <a:lnTo>
                  <a:pt x="6" y="17"/>
                </a:lnTo>
                <a:lnTo>
                  <a:pt x="6" y="18"/>
                </a:lnTo>
                <a:lnTo>
                  <a:pt x="3" y="18"/>
                </a:lnTo>
                <a:close/>
                <a:moveTo>
                  <a:pt x="7" y="17"/>
                </a:moveTo>
                <a:lnTo>
                  <a:pt x="11" y="17"/>
                </a:lnTo>
                <a:lnTo>
                  <a:pt x="11" y="18"/>
                </a:lnTo>
                <a:lnTo>
                  <a:pt x="7" y="18"/>
                </a:lnTo>
                <a:close/>
                <a:moveTo>
                  <a:pt x="12" y="17"/>
                </a:moveTo>
                <a:lnTo>
                  <a:pt x="13" y="17"/>
                </a:lnTo>
                <a:lnTo>
                  <a:pt x="13" y="18"/>
                </a:lnTo>
                <a:lnTo>
                  <a:pt x="12" y="18"/>
                </a:lnTo>
                <a:close/>
                <a:moveTo>
                  <a:pt x="14" y="17"/>
                </a:moveTo>
                <a:lnTo>
                  <a:pt x="15" y="17"/>
                </a:lnTo>
                <a:lnTo>
                  <a:pt x="15" y="18"/>
                </a:lnTo>
                <a:lnTo>
                  <a:pt x="14" y="18"/>
                </a:lnTo>
                <a:close/>
                <a:moveTo>
                  <a:pt x="16" y="17"/>
                </a:moveTo>
                <a:lnTo>
                  <a:pt x="18" y="17"/>
                </a:lnTo>
                <a:lnTo>
                  <a:pt x="18" y="18"/>
                </a:lnTo>
                <a:lnTo>
                  <a:pt x="16" y="18"/>
                </a:lnTo>
                <a:close/>
                <a:moveTo>
                  <a:pt x="20" y="17"/>
                </a:moveTo>
                <a:lnTo>
                  <a:pt x="23" y="17"/>
                </a:lnTo>
                <a:lnTo>
                  <a:pt x="23" y="18"/>
                </a:lnTo>
                <a:lnTo>
                  <a:pt x="20" y="18"/>
                </a:lnTo>
                <a:close/>
                <a:moveTo>
                  <a:pt x="24" y="17"/>
                </a:moveTo>
                <a:lnTo>
                  <a:pt x="25" y="17"/>
                </a:lnTo>
                <a:lnTo>
                  <a:pt x="25" y="18"/>
                </a:lnTo>
                <a:lnTo>
                  <a:pt x="24" y="18"/>
                </a:lnTo>
                <a:close/>
                <a:moveTo>
                  <a:pt x="26" y="17"/>
                </a:moveTo>
                <a:lnTo>
                  <a:pt x="28" y="17"/>
                </a:lnTo>
                <a:lnTo>
                  <a:pt x="28" y="18"/>
                </a:lnTo>
                <a:lnTo>
                  <a:pt x="26" y="18"/>
                </a:lnTo>
                <a:close/>
                <a:moveTo>
                  <a:pt x="29" y="17"/>
                </a:moveTo>
                <a:lnTo>
                  <a:pt x="32" y="17"/>
                </a:lnTo>
                <a:lnTo>
                  <a:pt x="32" y="18"/>
                </a:lnTo>
                <a:lnTo>
                  <a:pt x="29" y="18"/>
                </a:lnTo>
                <a:close/>
                <a:moveTo>
                  <a:pt x="5" y="18"/>
                </a:moveTo>
                <a:lnTo>
                  <a:pt x="6" y="18"/>
                </a:lnTo>
                <a:lnTo>
                  <a:pt x="6" y="19"/>
                </a:lnTo>
                <a:lnTo>
                  <a:pt x="5" y="19"/>
                </a:lnTo>
                <a:close/>
                <a:moveTo>
                  <a:pt x="7" y="18"/>
                </a:moveTo>
                <a:lnTo>
                  <a:pt x="8" y="18"/>
                </a:lnTo>
                <a:lnTo>
                  <a:pt x="8" y="19"/>
                </a:lnTo>
                <a:lnTo>
                  <a:pt x="7" y="19"/>
                </a:lnTo>
                <a:close/>
                <a:moveTo>
                  <a:pt x="12" y="18"/>
                </a:moveTo>
                <a:lnTo>
                  <a:pt x="13" y="18"/>
                </a:lnTo>
                <a:lnTo>
                  <a:pt x="13" y="19"/>
                </a:lnTo>
                <a:lnTo>
                  <a:pt x="12" y="19"/>
                </a:lnTo>
                <a:close/>
                <a:moveTo>
                  <a:pt x="15" y="18"/>
                </a:moveTo>
                <a:lnTo>
                  <a:pt x="16" y="18"/>
                </a:lnTo>
                <a:lnTo>
                  <a:pt x="16" y="19"/>
                </a:lnTo>
                <a:lnTo>
                  <a:pt x="15" y="19"/>
                </a:lnTo>
                <a:close/>
                <a:moveTo>
                  <a:pt x="18" y="18"/>
                </a:moveTo>
                <a:lnTo>
                  <a:pt x="20" y="18"/>
                </a:lnTo>
                <a:lnTo>
                  <a:pt x="20" y="19"/>
                </a:lnTo>
                <a:lnTo>
                  <a:pt x="18" y="19"/>
                </a:lnTo>
                <a:close/>
                <a:moveTo>
                  <a:pt x="22" y="18"/>
                </a:moveTo>
                <a:lnTo>
                  <a:pt x="23" y="18"/>
                </a:lnTo>
                <a:lnTo>
                  <a:pt x="23" y="19"/>
                </a:lnTo>
                <a:lnTo>
                  <a:pt x="22" y="19"/>
                </a:lnTo>
                <a:close/>
                <a:moveTo>
                  <a:pt x="24" y="18"/>
                </a:moveTo>
                <a:lnTo>
                  <a:pt x="28" y="18"/>
                </a:lnTo>
                <a:lnTo>
                  <a:pt x="28" y="19"/>
                </a:lnTo>
                <a:lnTo>
                  <a:pt x="24" y="19"/>
                </a:lnTo>
                <a:close/>
                <a:moveTo>
                  <a:pt x="30" y="18"/>
                </a:moveTo>
                <a:lnTo>
                  <a:pt x="31" y="18"/>
                </a:lnTo>
                <a:lnTo>
                  <a:pt x="31" y="19"/>
                </a:lnTo>
                <a:lnTo>
                  <a:pt x="30" y="19"/>
                </a:lnTo>
                <a:close/>
                <a:moveTo>
                  <a:pt x="4" y="19"/>
                </a:moveTo>
                <a:lnTo>
                  <a:pt x="7" y="19"/>
                </a:lnTo>
                <a:lnTo>
                  <a:pt x="7" y="20"/>
                </a:lnTo>
                <a:lnTo>
                  <a:pt x="4" y="20"/>
                </a:lnTo>
                <a:close/>
                <a:moveTo>
                  <a:pt x="9" y="19"/>
                </a:moveTo>
                <a:lnTo>
                  <a:pt x="10" y="19"/>
                </a:lnTo>
                <a:lnTo>
                  <a:pt x="10" y="20"/>
                </a:lnTo>
                <a:lnTo>
                  <a:pt x="9" y="20"/>
                </a:lnTo>
                <a:close/>
                <a:moveTo>
                  <a:pt x="11" y="19"/>
                </a:moveTo>
                <a:lnTo>
                  <a:pt x="12" y="19"/>
                </a:lnTo>
                <a:lnTo>
                  <a:pt x="12" y="20"/>
                </a:lnTo>
                <a:lnTo>
                  <a:pt x="11" y="20"/>
                </a:lnTo>
                <a:close/>
                <a:moveTo>
                  <a:pt x="16" y="19"/>
                </a:moveTo>
                <a:lnTo>
                  <a:pt x="19" y="19"/>
                </a:lnTo>
                <a:lnTo>
                  <a:pt x="19" y="20"/>
                </a:lnTo>
                <a:lnTo>
                  <a:pt x="16" y="20"/>
                </a:lnTo>
                <a:close/>
                <a:moveTo>
                  <a:pt x="21" y="19"/>
                </a:moveTo>
                <a:lnTo>
                  <a:pt x="22" y="19"/>
                </a:lnTo>
                <a:lnTo>
                  <a:pt x="22" y="20"/>
                </a:lnTo>
                <a:lnTo>
                  <a:pt x="21" y="20"/>
                </a:lnTo>
                <a:close/>
                <a:moveTo>
                  <a:pt x="24" y="19"/>
                </a:moveTo>
                <a:lnTo>
                  <a:pt x="25" y="19"/>
                </a:lnTo>
                <a:lnTo>
                  <a:pt x="25" y="20"/>
                </a:lnTo>
                <a:lnTo>
                  <a:pt x="24" y="20"/>
                </a:lnTo>
                <a:close/>
                <a:moveTo>
                  <a:pt x="27" y="19"/>
                </a:moveTo>
                <a:lnTo>
                  <a:pt x="29" y="19"/>
                </a:lnTo>
                <a:lnTo>
                  <a:pt x="29" y="20"/>
                </a:lnTo>
                <a:lnTo>
                  <a:pt x="27" y="20"/>
                </a:lnTo>
                <a:close/>
                <a:moveTo>
                  <a:pt x="30" y="19"/>
                </a:moveTo>
                <a:lnTo>
                  <a:pt x="31" y="19"/>
                </a:lnTo>
                <a:lnTo>
                  <a:pt x="31" y="20"/>
                </a:lnTo>
                <a:lnTo>
                  <a:pt x="30" y="20"/>
                </a:lnTo>
                <a:close/>
                <a:moveTo>
                  <a:pt x="5" y="20"/>
                </a:moveTo>
                <a:lnTo>
                  <a:pt x="6" y="20"/>
                </a:lnTo>
                <a:lnTo>
                  <a:pt x="6" y="21"/>
                </a:lnTo>
                <a:lnTo>
                  <a:pt x="5" y="21"/>
                </a:lnTo>
                <a:close/>
                <a:moveTo>
                  <a:pt x="13" y="20"/>
                </a:moveTo>
                <a:lnTo>
                  <a:pt x="15" y="20"/>
                </a:lnTo>
                <a:lnTo>
                  <a:pt x="15" y="21"/>
                </a:lnTo>
                <a:lnTo>
                  <a:pt x="13" y="21"/>
                </a:lnTo>
                <a:close/>
                <a:moveTo>
                  <a:pt x="18" y="20"/>
                </a:moveTo>
                <a:lnTo>
                  <a:pt x="19" y="20"/>
                </a:lnTo>
                <a:lnTo>
                  <a:pt x="19" y="21"/>
                </a:lnTo>
                <a:lnTo>
                  <a:pt x="18" y="21"/>
                </a:lnTo>
                <a:close/>
                <a:moveTo>
                  <a:pt x="21" y="20"/>
                </a:moveTo>
                <a:lnTo>
                  <a:pt x="22" y="20"/>
                </a:lnTo>
                <a:lnTo>
                  <a:pt x="22" y="21"/>
                </a:lnTo>
                <a:lnTo>
                  <a:pt x="21" y="21"/>
                </a:lnTo>
                <a:close/>
                <a:moveTo>
                  <a:pt x="23" y="20"/>
                </a:moveTo>
                <a:lnTo>
                  <a:pt x="25" y="20"/>
                </a:lnTo>
                <a:lnTo>
                  <a:pt x="25" y="21"/>
                </a:lnTo>
                <a:lnTo>
                  <a:pt x="23" y="21"/>
                </a:lnTo>
                <a:close/>
                <a:moveTo>
                  <a:pt x="26" y="20"/>
                </a:moveTo>
                <a:lnTo>
                  <a:pt x="27" y="20"/>
                </a:lnTo>
                <a:lnTo>
                  <a:pt x="27" y="21"/>
                </a:lnTo>
                <a:lnTo>
                  <a:pt x="26" y="21"/>
                </a:lnTo>
                <a:close/>
                <a:moveTo>
                  <a:pt x="28" y="20"/>
                </a:moveTo>
                <a:lnTo>
                  <a:pt x="31" y="20"/>
                </a:lnTo>
                <a:lnTo>
                  <a:pt x="31" y="21"/>
                </a:lnTo>
                <a:lnTo>
                  <a:pt x="28" y="21"/>
                </a:lnTo>
                <a:close/>
                <a:moveTo>
                  <a:pt x="3" y="21"/>
                </a:moveTo>
                <a:lnTo>
                  <a:pt x="4" y="21"/>
                </a:lnTo>
                <a:lnTo>
                  <a:pt x="4" y="22"/>
                </a:lnTo>
                <a:lnTo>
                  <a:pt x="3" y="22"/>
                </a:lnTo>
                <a:close/>
                <a:moveTo>
                  <a:pt x="7" y="21"/>
                </a:moveTo>
                <a:lnTo>
                  <a:pt x="10" y="21"/>
                </a:lnTo>
                <a:lnTo>
                  <a:pt x="10" y="22"/>
                </a:lnTo>
                <a:lnTo>
                  <a:pt x="7" y="22"/>
                </a:lnTo>
                <a:close/>
                <a:moveTo>
                  <a:pt x="13" y="21"/>
                </a:moveTo>
                <a:lnTo>
                  <a:pt x="15" y="21"/>
                </a:lnTo>
                <a:lnTo>
                  <a:pt x="15" y="22"/>
                </a:lnTo>
                <a:lnTo>
                  <a:pt x="13" y="22"/>
                </a:lnTo>
                <a:close/>
                <a:moveTo>
                  <a:pt x="16" y="21"/>
                </a:moveTo>
                <a:lnTo>
                  <a:pt x="20" y="21"/>
                </a:lnTo>
                <a:lnTo>
                  <a:pt x="20" y="22"/>
                </a:lnTo>
                <a:lnTo>
                  <a:pt x="16" y="22"/>
                </a:lnTo>
                <a:close/>
                <a:moveTo>
                  <a:pt x="21" y="21"/>
                </a:moveTo>
                <a:lnTo>
                  <a:pt x="22" y="21"/>
                </a:lnTo>
                <a:lnTo>
                  <a:pt x="22" y="22"/>
                </a:lnTo>
                <a:lnTo>
                  <a:pt x="21" y="22"/>
                </a:lnTo>
                <a:close/>
                <a:moveTo>
                  <a:pt x="23" y="21"/>
                </a:moveTo>
                <a:lnTo>
                  <a:pt x="25" y="21"/>
                </a:lnTo>
                <a:lnTo>
                  <a:pt x="25" y="22"/>
                </a:lnTo>
                <a:lnTo>
                  <a:pt x="23" y="22"/>
                </a:lnTo>
                <a:close/>
                <a:moveTo>
                  <a:pt x="26" y="21"/>
                </a:moveTo>
                <a:lnTo>
                  <a:pt x="27" y="21"/>
                </a:lnTo>
                <a:lnTo>
                  <a:pt x="27" y="22"/>
                </a:lnTo>
                <a:lnTo>
                  <a:pt x="26" y="22"/>
                </a:lnTo>
                <a:close/>
                <a:moveTo>
                  <a:pt x="29" y="21"/>
                </a:moveTo>
                <a:lnTo>
                  <a:pt x="30" y="21"/>
                </a:lnTo>
                <a:lnTo>
                  <a:pt x="30" y="22"/>
                </a:lnTo>
                <a:lnTo>
                  <a:pt x="29" y="22"/>
                </a:lnTo>
                <a:close/>
                <a:moveTo>
                  <a:pt x="5" y="22"/>
                </a:moveTo>
                <a:lnTo>
                  <a:pt x="7" y="22"/>
                </a:lnTo>
                <a:lnTo>
                  <a:pt x="7" y="23"/>
                </a:lnTo>
                <a:lnTo>
                  <a:pt x="5" y="23"/>
                </a:lnTo>
                <a:close/>
                <a:moveTo>
                  <a:pt x="8" y="22"/>
                </a:moveTo>
                <a:lnTo>
                  <a:pt x="9" y="22"/>
                </a:lnTo>
                <a:lnTo>
                  <a:pt x="9" y="23"/>
                </a:lnTo>
                <a:lnTo>
                  <a:pt x="8" y="23"/>
                </a:lnTo>
                <a:close/>
                <a:moveTo>
                  <a:pt x="10" y="22"/>
                </a:moveTo>
                <a:lnTo>
                  <a:pt x="11" y="22"/>
                </a:lnTo>
                <a:lnTo>
                  <a:pt x="11" y="23"/>
                </a:lnTo>
                <a:lnTo>
                  <a:pt x="10" y="23"/>
                </a:lnTo>
                <a:close/>
                <a:moveTo>
                  <a:pt x="14" y="22"/>
                </a:moveTo>
                <a:lnTo>
                  <a:pt x="16" y="22"/>
                </a:lnTo>
                <a:lnTo>
                  <a:pt x="16" y="23"/>
                </a:lnTo>
                <a:lnTo>
                  <a:pt x="14" y="23"/>
                </a:lnTo>
                <a:close/>
                <a:moveTo>
                  <a:pt x="18" y="22"/>
                </a:moveTo>
                <a:lnTo>
                  <a:pt x="21" y="22"/>
                </a:lnTo>
                <a:lnTo>
                  <a:pt x="21" y="23"/>
                </a:lnTo>
                <a:lnTo>
                  <a:pt x="18" y="23"/>
                </a:lnTo>
                <a:close/>
                <a:moveTo>
                  <a:pt x="22" y="22"/>
                </a:moveTo>
                <a:lnTo>
                  <a:pt x="23" y="22"/>
                </a:lnTo>
                <a:lnTo>
                  <a:pt x="23" y="23"/>
                </a:lnTo>
                <a:lnTo>
                  <a:pt x="22" y="23"/>
                </a:lnTo>
                <a:close/>
                <a:moveTo>
                  <a:pt x="24" y="22"/>
                </a:moveTo>
                <a:lnTo>
                  <a:pt x="26" y="22"/>
                </a:lnTo>
                <a:lnTo>
                  <a:pt x="26" y="23"/>
                </a:lnTo>
                <a:lnTo>
                  <a:pt x="24" y="23"/>
                </a:lnTo>
                <a:close/>
                <a:moveTo>
                  <a:pt x="29" y="22"/>
                </a:moveTo>
                <a:lnTo>
                  <a:pt x="30" y="22"/>
                </a:lnTo>
                <a:lnTo>
                  <a:pt x="30" y="23"/>
                </a:lnTo>
                <a:lnTo>
                  <a:pt x="29" y="23"/>
                </a:lnTo>
                <a:close/>
                <a:moveTo>
                  <a:pt x="4" y="23"/>
                </a:moveTo>
                <a:lnTo>
                  <a:pt x="5" y="23"/>
                </a:lnTo>
                <a:lnTo>
                  <a:pt x="5" y="24"/>
                </a:lnTo>
                <a:lnTo>
                  <a:pt x="4" y="24"/>
                </a:lnTo>
                <a:close/>
                <a:moveTo>
                  <a:pt x="9" y="23"/>
                </a:moveTo>
                <a:lnTo>
                  <a:pt x="11" y="23"/>
                </a:lnTo>
                <a:lnTo>
                  <a:pt x="11" y="24"/>
                </a:lnTo>
                <a:lnTo>
                  <a:pt x="9" y="24"/>
                </a:lnTo>
                <a:close/>
                <a:moveTo>
                  <a:pt x="13" y="23"/>
                </a:moveTo>
                <a:lnTo>
                  <a:pt x="17" y="23"/>
                </a:lnTo>
                <a:lnTo>
                  <a:pt x="17" y="24"/>
                </a:lnTo>
                <a:lnTo>
                  <a:pt x="13" y="24"/>
                </a:lnTo>
                <a:close/>
                <a:moveTo>
                  <a:pt x="18" y="23"/>
                </a:moveTo>
                <a:lnTo>
                  <a:pt x="30" y="23"/>
                </a:lnTo>
                <a:lnTo>
                  <a:pt x="30" y="24"/>
                </a:lnTo>
                <a:lnTo>
                  <a:pt x="18" y="24"/>
                </a:lnTo>
                <a:close/>
                <a:moveTo>
                  <a:pt x="11" y="24"/>
                </a:moveTo>
                <a:lnTo>
                  <a:pt x="12" y="24"/>
                </a:lnTo>
                <a:lnTo>
                  <a:pt x="12" y="25"/>
                </a:lnTo>
                <a:lnTo>
                  <a:pt x="11" y="25"/>
                </a:lnTo>
                <a:close/>
                <a:moveTo>
                  <a:pt x="14" y="24"/>
                </a:moveTo>
                <a:lnTo>
                  <a:pt x="15" y="24"/>
                </a:lnTo>
                <a:lnTo>
                  <a:pt x="15" y="25"/>
                </a:lnTo>
                <a:lnTo>
                  <a:pt x="14" y="25"/>
                </a:lnTo>
                <a:close/>
                <a:moveTo>
                  <a:pt x="16" y="24"/>
                </a:moveTo>
                <a:lnTo>
                  <a:pt x="17" y="24"/>
                </a:lnTo>
                <a:lnTo>
                  <a:pt x="17" y="25"/>
                </a:lnTo>
                <a:lnTo>
                  <a:pt x="16" y="25"/>
                </a:lnTo>
                <a:close/>
                <a:moveTo>
                  <a:pt x="19" y="24"/>
                </a:moveTo>
                <a:lnTo>
                  <a:pt x="22" y="24"/>
                </a:lnTo>
                <a:lnTo>
                  <a:pt x="22" y="25"/>
                </a:lnTo>
                <a:lnTo>
                  <a:pt x="19" y="25"/>
                </a:lnTo>
                <a:close/>
                <a:moveTo>
                  <a:pt x="23" y="24"/>
                </a:moveTo>
                <a:lnTo>
                  <a:pt x="24" y="24"/>
                </a:lnTo>
                <a:lnTo>
                  <a:pt x="24" y="25"/>
                </a:lnTo>
                <a:lnTo>
                  <a:pt x="23" y="25"/>
                </a:lnTo>
                <a:close/>
                <a:moveTo>
                  <a:pt x="27" y="24"/>
                </a:moveTo>
                <a:lnTo>
                  <a:pt x="32" y="24"/>
                </a:lnTo>
                <a:lnTo>
                  <a:pt x="32" y="25"/>
                </a:lnTo>
                <a:lnTo>
                  <a:pt x="27" y="25"/>
                </a:lnTo>
                <a:close/>
                <a:moveTo>
                  <a:pt x="3" y="25"/>
                </a:moveTo>
                <a:lnTo>
                  <a:pt x="10" y="25"/>
                </a:lnTo>
                <a:lnTo>
                  <a:pt x="10" y="26"/>
                </a:lnTo>
                <a:lnTo>
                  <a:pt x="3" y="26"/>
                </a:lnTo>
                <a:close/>
                <a:moveTo>
                  <a:pt x="11" y="25"/>
                </a:moveTo>
                <a:lnTo>
                  <a:pt x="17" y="25"/>
                </a:lnTo>
                <a:lnTo>
                  <a:pt x="17" y="26"/>
                </a:lnTo>
                <a:lnTo>
                  <a:pt x="11" y="26"/>
                </a:lnTo>
                <a:close/>
                <a:moveTo>
                  <a:pt x="20" y="25"/>
                </a:moveTo>
                <a:lnTo>
                  <a:pt x="21" y="25"/>
                </a:lnTo>
                <a:lnTo>
                  <a:pt x="21" y="26"/>
                </a:lnTo>
                <a:lnTo>
                  <a:pt x="20" y="26"/>
                </a:lnTo>
                <a:close/>
                <a:moveTo>
                  <a:pt x="22" y="25"/>
                </a:moveTo>
                <a:lnTo>
                  <a:pt x="24" y="25"/>
                </a:lnTo>
                <a:lnTo>
                  <a:pt x="24" y="26"/>
                </a:lnTo>
                <a:lnTo>
                  <a:pt x="22" y="26"/>
                </a:lnTo>
                <a:close/>
                <a:moveTo>
                  <a:pt x="25" y="25"/>
                </a:moveTo>
                <a:lnTo>
                  <a:pt x="26" y="25"/>
                </a:lnTo>
                <a:lnTo>
                  <a:pt x="26" y="26"/>
                </a:lnTo>
                <a:lnTo>
                  <a:pt x="25" y="26"/>
                </a:lnTo>
                <a:close/>
                <a:moveTo>
                  <a:pt x="27" y="25"/>
                </a:moveTo>
                <a:lnTo>
                  <a:pt x="29" y="25"/>
                </a:lnTo>
                <a:lnTo>
                  <a:pt x="29" y="26"/>
                </a:lnTo>
                <a:lnTo>
                  <a:pt x="27" y="26"/>
                </a:lnTo>
                <a:close/>
                <a:moveTo>
                  <a:pt x="30" y="25"/>
                </a:moveTo>
                <a:lnTo>
                  <a:pt x="31" y="25"/>
                </a:lnTo>
                <a:lnTo>
                  <a:pt x="31" y="26"/>
                </a:lnTo>
                <a:lnTo>
                  <a:pt x="30" y="26"/>
                </a:lnTo>
                <a:close/>
                <a:moveTo>
                  <a:pt x="3" y="26"/>
                </a:moveTo>
                <a:lnTo>
                  <a:pt x="4" y="26"/>
                </a:lnTo>
                <a:lnTo>
                  <a:pt x="4" y="27"/>
                </a:lnTo>
                <a:lnTo>
                  <a:pt x="3" y="27"/>
                </a:lnTo>
                <a:close/>
                <a:moveTo>
                  <a:pt x="9" y="26"/>
                </a:moveTo>
                <a:lnTo>
                  <a:pt x="10" y="26"/>
                </a:lnTo>
                <a:lnTo>
                  <a:pt x="10" y="27"/>
                </a:lnTo>
                <a:lnTo>
                  <a:pt x="9" y="27"/>
                </a:lnTo>
                <a:close/>
                <a:moveTo>
                  <a:pt x="11" y="26"/>
                </a:moveTo>
                <a:lnTo>
                  <a:pt x="14" y="26"/>
                </a:lnTo>
                <a:lnTo>
                  <a:pt x="14" y="27"/>
                </a:lnTo>
                <a:lnTo>
                  <a:pt x="11" y="27"/>
                </a:lnTo>
                <a:close/>
                <a:moveTo>
                  <a:pt x="23" y="26"/>
                </a:moveTo>
                <a:lnTo>
                  <a:pt x="24" y="26"/>
                </a:lnTo>
                <a:lnTo>
                  <a:pt x="24" y="27"/>
                </a:lnTo>
                <a:lnTo>
                  <a:pt x="23" y="27"/>
                </a:lnTo>
                <a:close/>
                <a:moveTo>
                  <a:pt x="27" y="26"/>
                </a:moveTo>
                <a:lnTo>
                  <a:pt x="29" y="26"/>
                </a:lnTo>
                <a:lnTo>
                  <a:pt x="29" y="27"/>
                </a:lnTo>
                <a:lnTo>
                  <a:pt x="27" y="27"/>
                </a:lnTo>
                <a:close/>
                <a:moveTo>
                  <a:pt x="30" y="26"/>
                </a:moveTo>
                <a:lnTo>
                  <a:pt x="32" y="26"/>
                </a:lnTo>
                <a:lnTo>
                  <a:pt x="32" y="27"/>
                </a:lnTo>
                <a:lnTo>
                  <a:pt x="30" y="27"/>
                </a:lnTo>
                <a:close/>
                <a:moveTo>
                  <a:pt x="3" y="27"/>
                </a:moveTo>
                <a:lnTo>
                  <a:pt x="4" y="27"/>
                </a:lnTo>
                <a:lnTo>
                  <a:pt x="4" y="28"/>
                </a:lnTo>
                <a:lnTo>
                  <a:pt x="3" y="28"/>
                </a:lnTo>
                <a:close/>
                <a:moveTo>
                  <a:pt x="5" y="27"/>
                </a:moveTo>
                <a:lnTo>
                  <a:pt x="8" y="27"/>
                </a:lnTo>
                <a:lnTo>
                  <a:pt x="8" y="28"/>
                </a:lnTo>
                <a:lnTo>
                  <a:pt x="5" y="28"/>
                </a:lnTo>
                <a:close/>
                <a:moveTo>
                  <a:pt x="9" y="27"/>
                </a:moveTo>
                <a:lnTo>
                  <a:pt x="10" y="27"/>
                </a:lnTo>
                <a:lnTo>
                  <a:pt x="10" y="28"/>
                </a:lnTo>
                <a:lnTo>
                  <a:pt x="9" y="28"/>
                </a:lnTo>
                <a:close/>
                <a:moveTo>
                  <a:pt x="13" y="27"/>
                </a:moveTo>
                <a:lnTo>
                  <a:pt x="14" y="27"/>
                </a:lnTo>
                <a:lnTo>
                  <a:pt x="14" y="28"/>
                </a:lnTo>
                <a:lnTo>
                  <a:pt x="13" y="28"/>
                </a:lnTo>
                <a:close/>
                <a:moveTo>
                  <a:pt x="17" y="27"/>
                </a:moveTo>
                <a:lnTo>
                  <a:pt x="21" y="27"/>
                </a:lnTo>
                <a:lnTo>
                  <a:pt x="21" y="28"/>
                </a:lnTo>
                <a:lnTo>
                  <a:pt x="17" y="28"/>
                </a:lnTo>
                <a:close/>
                <a:moveTo>
                  <a:pt x="23" y="27"/>
                </a:moveTo>
                <a:lnTo>
                  <a:pt x="28" y="27"/>
                </a:lnTo>
                <a:lnTo>
                  <a:pt x="28" y="28"/>
                </a:lnTo>
                <a:lnTo>
                  <a:pt x="23" y="28"/>
                </a:lnTo>
                <a:close/>
                <a:moveTo>
                  <a:pt x="29" y="27"/>
                </a:moveTo>
                <a:lnTo>
                  <a:pt x="32" y="27"/>
                </a:lnTo>
                <a:lnTo>
                  <a:pt x="32" y="28"/>
                </a:lnTo>
                <a:lnTo>
                  <a:pt x="29" y="28"/>
                </a:lnTo>
                <a:close/>
                <a:moveTo>
                  <a:pt x="3" y="28"/>
                </a:moveTo>
                <a:lnTo>
                  <a:pt x="4" y="28"/>
                </a:lnTo>
                <a:lnTo>
                  <a:pt x="4" y="29"/>
                </a:lnTo>
                <a:lnTo>
                  <a:pt x="3" y="29"/>
                </a:lnTo>
                <a:close/>
                <a:moveTo>
                  <a:pt x="5" y="28"/>
                </a:moveTo>
                <a:lnTo>
                  <a:pt x="8" y="28"/>
                </a:lnTo>
                <a:lnTo>
                  <a:pt x="8" y="29"/>
                </a:lnTo>
                <a:lnTo>
                  <a:pt x="5" y="29"/>
                </a:lnTo>
                <a:close/>
                <a:moveTo>
                  <a:pt x="9" y="28"/>
                </a:moveTo>
                <a:lnTo>
                  <a:pt x="10" y="28"/>
                </a:lnTo>
                <a:lnTo>
                  <a:pt x="10" y="29"/>
                </a:lnTo>
                <a:lnTo>
                  <a:pt x="9" y="29"/>
                </a:lnTo>
                <a:close/>
                <a:moveTo>
                  <a:pt x="11" y="28"/>
                </a:moveTo>
                <a:lnTo>
                  <a:pt x="12" y="28"/>
                </a:lnTo>
                <a:lnTo>
                  <a:pt x="12" y="29"/>
                </a:lnTo>
                <a:lnTo>
                  <a:pt x="11" y="29"/>
                </a:lnTo>
                <a:close/>
                <a:moveTo>
                  <a:pt x="14" y="28"/>
                </a:moveTo>
                <a:lnTo>
                  <a:pt x="16" y="28"/>
                </a:lnTo>
                <a:lnTo>
                  <a:pt x="16" y="29"/>
                </a:lnTo>
                <a:lnTo>
                  <a:pt x="14" y="29"/>
                </a:lnTo>
                <a:close/>
                <a:moveTo>
                  <a:pt x="17" y="28"/>
                </a:moveTo>
                <a:lnTo>
                  <a:pt x="21" y="28"/>
                </a:lnTo>
                <a:lnTo>
                  <a:pt x="21" y="29"/>
                </a:lnTo>
                <a:lnTo>
                  <a:pt x="17" y="29"/>
                </a:lnTo>
                <a:close/>
                <a:moveTo>
                  <a:pt x="22" y="28"/>
                </a:moveTo>
                <a:lnTo>
                  <a:pt x="25" y="28"/>
                </a:lnTo>
                <a:lnTo>
                  <a:pt x="25" y="29"/>
                </a:lnTo>
                <a:lnTo>
                  <a:pt x="22" y="29"/>
                </a:lnTo>
                <a:close/>
                <a:moveTo>
                  <a:pt x="27" y="28"/>
                </a:moveTo>
                <a:lnTo>
                  <a:pt x="29" y="28"/>
                </a:lnTo>
                <a:lnTo>
                  <a:pt x="29" y="29"/>
                </a:lnTo>
                <a:lnTo>
                  <a:pt x="27" y="29"/>
                </a:lnTo>
                <a:close/>
                <a:moveTo>
                  <a:pt x="31" y="28"/>
                </a:moveTo>
                <a:lnTo>
                  <a:pt x="32" y="28"/>
                </a:lnTo>
                <a:lnTo>
                  <a:pt x="32" y="29"/>
                </a:lnTo>
                <a:lnTo>
                  <a:pt x="31" y="29"/>
                </a:lnTo>
                <a:close/>
                <a:moveTo>
                  <a:pt x="3" y="29"/>
                </a:moveTo>
                <a:lnTo>
                  <a:pt x="4" y="29"/>
                </a:lnTo>
                <a:lnTo>
                  <a:pt x="4" y="30"/>
                </a:lnTo>
                <a:lnTo>
                  <a:pt x="3" y="30"/>
                </a:lnTo>
                <a:close/>
                <a:moveTo>
                  <a:pt x="5" y="29"/>
                </a:moveTo>
                <a:lnTo>
                  <a:pt x="8" y="29"/>
                </a:lnTo>
                <a:lnTo>
                  <a:pt x="8" y="30"/>
                </a:lnTo>
                <a:lnTo>
                  <a:pt x="5" y="30"/>
                </a:lnTo>
                <a:close/>
                <a:moveTo>
                  <a:pt x="9" y="29"/>
                </a:moveTo>
                <a:lnTo>
                  <a:pt x="10" y="29"/>
                </a:lnTo>
                <a:lnTo>
                  <a:pt x="10" y="30"/>
                </a:lnTo>
                <a:lnTo>
                  <a:pt x="9" y="30"/>
                </a:lnTo>
                <a:close/>
                <a:moveTo>
                  <a:pt x="11" y="29"/>
                </a:moveTo>
                <a:lnTo>
                  <a:pt x="18" y="29"/>
                </a:lnTo>
                <a:lnTo>
                  <a:pt x="18" y="30"/>
                </a:lnTo>
                <a:lnTo>
                  <a:pt x="11" y="30"/>
                </a:lnTo>
                <a:close/>
                <a:moveTo>
                  <a:pt x="19" y="29"/>
                </a:moveTo>
                <a:lnTo>
                  <a:pt x="20" y="29"/>
                </a:lnTo>
                <a:lnTo>
                  <a:pt x="20" y="30"/>
                </a:lnTo>
                <a:lnTo>
                  <a:pt x="19" y="30"/>
                </a:lnTo>
                <a:close/>
                <a:moveTo>
                  <a:pt x="22" y="29"/>
                </a:moveTo>
                <a:lnTo>
                  <a:pt x="23" y="29"/>
                </a:lnTo>
                <a:lnTo>
                  <a:pt x="23" y="30"/>
                </a:lnTo>
                <a:lnTo>
                  <a:pt x="22" y="30"/>
                </a:lnTo>
                <a:close/>
                <a:moveTo>
                  <a:pt x="24" y="29"/>
                </a:moveTo>
                <a:lnTo>
                  <a:pt x="25" y="29"/>
                </a:lnTo>
                <a:lnTo>
                  <a:pt x="25" y="30"/>
                </a:lnTo>
                <a:lnTo>
                  <a:pt x="24" y="30"/>
                </a:lnTo>
                <a:close/>
                <a:moveTo>
                  <a:pt x="26" y="29"/>
                </a:moveTo>
                <a:lnTo>
                  <a:pt x="27" y="29"/>
                </a:lnTo>
                <a:lnTo>
                  <a:pt x="27" y="30"/>
                </a:lnTo>
                <a:lnTo>
                  <a:pt x="26" y="30"/>
                </a:lnTo>
                <a:close/>
                <a:moveTo>
                  <a:pt x="29" y="29"/>
                </a:moveTo>
                <a:lnTo>
                  <a:pt x="30" y="29"/>
                </a:lnTo>
                <a:lnTo>
                  <a:pt x="30" y="30"/>
                </a:lnTo>
                <a:lnTo>
                  <a:pt x="29" y="30"/>
                </a:lnTo>
                <a:close/>
                <a:moveTo>
                  <a:pt x="31" y="29"/>
                </a:moveTo>
                <a:lnTo>
                  <a:pt x="32" y="29"/>
                </a:lnTo>
                <a:lnTo>
                  <a:pt x="32" y="30"/>
                </a:lnTo>
                <a:lnTo>
                  <a:pt x="31" y="30"/>
                </a:lnTo>
                <a:close/>
                <a:moveTo>
                  <a:pt x="3" y="30"/>
                </a:moveTo>
                <a:lnTo>
                  <a:pt x="4" y="30"/>
                </a:lnTo>
                <a:lnTo>
                  <a:pt x="4" y="31"/>
                </a:lnTo>
                <a:lnTo>
                  <a:pt x="3" y="31"/>
                </a:lnTo>
                <a:close/>
                <a:moveTo>
                  <a:pt x="9" y="30"/>
                </a:moveTo>
                <a:lnTo>
                  <a:pt x="10" y="30"/>
                </a:lnTo>
                <a:lnTo>
                  <a:pt x="10" y="31"/>
                </a:lnTo>
                <a:lnTo>
                  <a:pt x="9" y="31"/>
                </a:lnTo>
                <a:close/>
                <a:moveTo>
                  <a:pt x="13" y="30"/>
                </a:moveTo>
                <a:lnTo>
                  <a:pt x="15" y="30"/>
                </a:lnTo>
                <a:lnTo>
                  <a:pt x="15" y="31"/>
                </a:lnTo>
                <a:lnTo>
                  <a:pt x="13" y="31"/>
                </a:lnTo>
                <a:close/>
                <a:moveTo>
                  <a:pt x="19" y="30"/>
                </a:moveTo>
                <a:lnTo>
                  <a:pt x="20" y="30"/>
                </a:lnTo>
                <a:lnTo>
                  <a:pt x="20" y="31"/>
                </a:lnTo>
                <a:lnTo>
                  <a:pt x="19" y="31"/>
                </a:lnTo>
                <a:close/>
                <a:moveTo>
                  <a:pt x="23" y="30"/>
                </a:moveTo>
                <a:lnTo>
                  <a:pt x="24" y="30"/>
                </a:lnTo>
                <a:lnTo>
                  <a:pt x="24" y="31"/>
                </a:lnTo>
                <a:lnTo>
                  <a:pt x="23" y="31"/>
                </a:lnTo>
                <a:close/>
                <a:moveTo>
                  <a:pt x="26" y="30"/>
                </a:moveTo>
                <a:lnTo>
                  <a:pt x="27" y="30"/>
                </a:lnTo>
                <a:lnTo>
                  <a:pt x="27" y="31"/>
                </a:lnTo>
                <a:lnTo>
                  <a:pt x="26" y="31"/>
                </a:lnTo>
                <a:close/>
                <a:moveTo>
                  <a:pt x="28" y="30"/>
                </a:moveTo>
                <a:lnTo>
                  <a:pt x="29" y="30"/>
                </a:lnTo>
                <a:lnTo>
                  <a:pt x="29" y="31"/>
                </a:lnTo>
                <a:lnTo>
                  <a:pt x="28" y="31"/>
                </a:lnTo>
                <a:close/>
                <a:moveTo>
                  <a:pt x="30" y="30"/>
                </a:moveTo>
                <a:lnTo>
                  <a:pt x="31" y="30"/>
                </a:lnTo>
                <a:lnTo>
                  <a:pt x="31" y="31"/>
                </a:lnTo>
                <a:lnTo>
                  <a:pt x="30" y="31"/>
                </a:lnTo>
                <a:close/>
                <a:moveTo>
                  <a:pt x="3" y="31"/>
                </a:moveTo>
                <a:lnTo>
                  <a:pt x="10" y="31"/>
                </a:lnTo>
                <a:lnTo>
                  <a:pt x="10" y="32"/>
                </a:lnTo>
                <a:lnTo>
                  <a:pt x="3" y="32"/>
                </a:lnTo>
                <a:close/>
                <a:moveTo>
                  <a:pt x="11" y="31"/>
                </a:moveTo>
                <a:lnTo>
                  <a:pt x="12" y="31"/>
                </a:lnTo>
                <a:lnTo>
                  <a:pt x="12" y="32"/>
                </a:lnTo>
                <a:lnTo>
                  <a:pt x="11" y="32"/>
                </a:lnTo>
                <a:close/>
                <a:moveTo>
                  <a:pt x="14" y="31"/>
                </a:moveTo>
                <a:lnTo>
                  <a:pt x="16" y="31"/>
                </a:lnTo>
                <a:lnTo>
                  <a:pt x="16" y="32"/>
                </a:lnTo>
                <a:lnTo>
                  <a:pt x="14" y="32"/>
                </a:lnTo>
                <a:close/>
                <a:moveTo>
                  <a:pt x="18" y="31"/>
                </a:moveTo>
                <a:lnTo>
                  <a:pt x="19" y="31"/>
                </a:lnTo>
                <a:lnTo>
                  <a:pt x="19" y="32"/>
                </a:lnTo>
                <a:lnTo>
                  <a:pt x="18" y="32"/>
                </a:lnTo>
                <a:close/>
                <a:moveTo>
                  <a:pt x="21" y="31"/>
                </a:moveTo>
                <a:lnTo>
                  <a:pt x="24" y="31"/>
                </a:lnTo>
                <a:lnTo>
                  <a:pt x="24" y="32"/>
                </a:lnTo>
                <a:lnTo>
                  <a:pt x="21" y="32"/>
                </a:lnTo>
                <a:close/>
                <a:moveTo>
                  <a:pt x="28" y="31"/>
                </a:moveTo>
                <a:lnTo>
                  <a:pt x="29" y="31"/>
                </a:lnTo>
                <a:lnTo>
                  <a:pt x="29" y="32"/>
                </a:lnTo>
                <a:lnTo>
                  <a:pt x="28" y="32"/>
                </a:lnTo>
                <a:close/>
                <a:moveTo>
                  <a:pt x="30" y="31"/>
                </a:moveTo>
                <a:lnTo>
                  <a:pt x="31" y="31"/>
                </a:lnTo>
                <a:lnTo>
                  <a:pt x="31" y="32"/>
                </a:lnTo>
                <a:lnTo>
                  <a:pt x="30" y="32"/>
                </a:lnTo>
                <a:close/>
              </a:path>
            </a:pathLst>
          </a:custGeom>
          <a:solidFill>
            <a:srgbClr val="16130F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5630686"/>
      </p:ext>
    </p:extLst>
  </p:cSld>
  <p:clrMapOvr>
    <a:masterClrMapping/>
  </p:clrMapOvr>
</p:sld>
</file>

<file path=ppt/theme/theme1.xml><?xml version="1.0" encoding="utf-8"?>
<a:theme xmlns:a="http://schemas.openxmlformats.org/drawingml/2006/main" name="Phantom Report Week 1">
  <a:themeElements>
    <a:clrScheme name="Phantom Report Week 1">
      <a:dk1>
        <a:srgbClr val="16130F"/>
      </a:dk1>
      <a:lt1>
        <a:srgbClr val="E9E1CF"/>
      </a:lt1>
      <a:dk2>
        <a:srgbClr val="2B2822"/>
      </a:dk2>
      <a:lt2>
        <a:srgbClr val="B4AE9F"/>
      </a:lt2>
      <a:accent1>
        <a:srgbClr val="E5503F"/>
      </a:accent1>
      <a:accent2>
        <a:srgbClr val="9E271F"/>
      </a:accent2>
      <a:accent3>
        <a:srgbClr val="A99F8A"/>
      </a:accent3>
      <a:accent4>
        <a:srgbClr val="8A8170"/>
      </a:accent4>
      <a:accent5>
        <a:srgbClr val="9AA0A6"/>
      </a:accent5>
      <a:accent6>
        <a:srgbClr val="958F82"/>
      </a:accent6>
      <a:hlink>
        <a:srgbClr val="0563C1"/>
      </a:hlink>
      <a:folHlink>
        <a:srgbClr val="954F72"/>
      </a:folHlink>
    </a:clrScheme>
    <a:fontScheme name="Phantom Report Week 1">
      <a:majorFont>
        <a:latin typeface="Nanum Gothic Codi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ial El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6ABE8A-357A-C54A-8BE5-92E04CBCC440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75da1d20-f7a7-4924-9504-047875180e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1258</Words>
  <Application>Microsoft Macintosh PowerPoint</Application>
  <PresentationFormat>Widescreen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Nanum Gothic Coding</vt:lpstr>
      <vt:lpstr>Special Elite</vt:lpstr>
      <vt:lpstr>Arial</vt:lpstr>
      <vt:lpstr>Phantom Report Week 1</vt:lpstr>
      <vt:lpstr>AI 사건사고 뉴스 채널 (Phantom Report)</vt:lpstr>
      <vt:lpstr>PowerPoint Presentation</vt:lpstr>
      <vt:lpstr>왜 Phantom Report를 시작했나</vt:lpstr>
      <vt:lpstr>Phantom Report — AI 사건사고 주간 보고</vt:lpstr>
      <vt:lpstr>PowerPoint Presentation</vt:lpstr>
      <vt:lpstr>FILE 01 — 10/10 첫 발행, 사건 5건 · 8장</vt:lpstr>
      <vt:lpstr>2차 보도만 믿었다면 사실 4건이 틀렸다</vt:lpstr>
      <vt:lpstr>보도 기준(리포스트) vs 1차 출처 기준(원본)</vt:lpstr>
      <vt:lpstr>이미지를 키우고, 글자는 줄였다</vt:lpstr>
      <vt:lpstr>그림은 GPT Image, 하네스는 Claude Code</vt:lpstr>
      <vt:lpstr>전체 파이프라인 — "다음 호 만들자" 한마디로</vt:lpstr>
      <vt:lpstr>이번 주는 파이프라인, 다음 주는 디자인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 Report Week 1</dc:title>
  <dc:subject/>
  <dc:creator/>
  <cp:lastModifiedBy>박용욱</cp:lastModifiedBy>
  <cp:revision>4</cp:revision>
  <dcterms:created xsi:type="dcterms:W3CDTF">2026-10-11T11:13:59Z</dcterms:created>
  <dcterms:modified xsi:type="dcterms:W3CDTF">2026-10-12T13:09:02Z</dcterms:modified>
</cp:coreProperties>
</file>